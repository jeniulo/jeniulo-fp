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63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5" d="100"/>
          <a:sy n="65" d="100"/>
        </p:scale>
        <p:origin x="408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742907-49F0-CC70-8053-5702C918F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93D1B98-E520-E289-2EFF-E2947FA7E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91216F-7B20-9A25-A1F5-C9D73015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D348-CF28-4F41-B405-A1E8E48DDEC4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E1E49E-06F9-4AFC-BB13-6A262E1E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1589CE-1572-8251-3814-F1838B2D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5D34-6981-4717-9B92-EF64BE9C95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331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FDB17A-F055-C9C8-58CE-8AD2C359F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0DBF34-7BFA-5CA6-D3D0-3D52F9BDE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B95325-6F56-12D9-D6A5-365714BE1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D348-CF28-4F41-B405-A1E8E48DDEC4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D5B85A-6965-6AE0-ACC5-7E2DED584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7375CF-6EE8-1581-4954-03D091315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5D34-6981-4717-9B92-EF64BE9C95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40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B2FE02-0EF5-631B-1C51-65159AFA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E094ED-559D-6405-780C-869E19D1D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A67A61-4282-FE24-DE94-C8BD7C8B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D348-CF28-4F41-B405-A1E8E48DDEC4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4FA1B9-E527-79B8-A247-DDFD50D18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0BDF9F-AD13-93B1-78E6-998587C7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5D34-6981-4717-9B92-EF64BE9C95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1240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D87CE3-DE08-E770-2DCD-26DCB266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BE8415-6C31-996F-DED5-724D3A32D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80D63A0-2F0F-13D2-7AAE-8091FB008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EB75D0D-AC40-238E-FA9E-915F3137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D348-CF28-4F41-B405-A1E8E48DDEC4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06286D-258A-5BD8-F98D-252D3B16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77B651-51A5-1E96-55EA-BFF2B7D5E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5D34-6981-4717-9B92-EF64BE9C95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11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3BDB53-D5C6-282F-1867-15B9EC22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B1F036-B114-1311-3598-1AD12C126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1CB073-57D4-0A15-9AF7-D1DFB118E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24FD6A1-BFCC-47C8-76AB-CABC9C83A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029FCB5-717A-EFB7-E387-3F2FF617A5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4202C6E-C8E1-121C-AE51-0CE460027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D348-CF28-4F41-B405-A1E8E48DDEC4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B8283FF-55B6-BB4A-AA10-2BA58F7FC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537E815-6F6C-62FC-BD23-D0B12808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5D34-6981-4717-9B92-EF64BE9C95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89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59CF23-BD92-17CA-34D0-9154AB1E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A0389BD-BC16-F00D-DDE8-1162AE0E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D348-CF28-4F41-B405-A1E8E48DDEC4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6FC4A94-367B-84BA-EDB9-A6D874D2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CC4C26A-1F2C-A84C-945A-8B17E22BA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5D34-6981-4717-9B92-EF64BE9C95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8398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EEBD7EB-FEF6-F067-F23B-4C750C840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D348-CF28-4F41-B405-A1E8E48DDEC4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7DD4505-1F2C-B17B-982E-BAEB5C3D6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881391-F160-E4B7-5537-1EA87789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5D34-6981-4717-9B92-EF64BE9C95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945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9827A8-6EB8-D073-AFEB-1DD3BABA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6B289B-D113-1C93-FF1C-630ACB780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90A50C9-7074-F561-990B-D55B86FD7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98C1C0-567B-FA21-CB23-12A0F1886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D348-CF28-4F41-B405-A1E8E48DDEC4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7945F3-B7B3-3E32-9B85-39D284E9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6631F3-ABC0-DF61-DC90-3AA1A1FFB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5D34-6981-4717-9B92-EF64BE9C95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062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B7830C-F1EE-0D41-CBBB-1F99B44C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0BF3204-B319-2D1F-DD1D-E4AE574B6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F0AABEA-D98E-1824-B016-47CD64036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DEE4AF-09AE-63D6-C029-D4A11C2AD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D348-CF28-4F41-B405-A1E8E48DDEC4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008C07-1B99-4D73-6E72-54EBF73A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9E893D-B1A7-82CC-6A0C-B4061E4F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5D34-6981-4717-9B92-EF64BE9C95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035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C12F66-0D5B-380F-E828-2F4182D8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E4720DA-0B8C-F487-26D7-7E53089A8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C44F53-F351-4B05-E1BA-EE19FC0A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D348-CF28-4F41-B405-A1E8E48DDEC4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4BC9F7-4BE4-8255-8A8C-A888F5D7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490198-114A-4653-8C5B-59EF6D2F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5D34-6981-4717-9B92-EF64BE9C95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4795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BA4F583-9F4B-43E3-D2AA-114395F8C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87D2D7A-BA19-C8AE-4F4D-BB48025F1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7BB944-FF26-F7CF-B0A6-3D020B18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D348-CF28-4F41-B405-A1E8E48DDEC4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6FB017-C545-B4CC-BA96-6CD776E3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900F62-2AE1-5CAF-DA80-3EE55542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75D34-6981-4717-9B92-EF64BE9C95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266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4F1DC23-4641-5006-E4C3-526BFF7D6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0F446B-3F3A-309B-1747-589DE65E3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DB1DD3-0A70-883C-74F1-7A2992B80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AD348-CF28-4F41-B405-A1E8E48DDEC4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299BF2-D892-25B4-485F-73B2E038E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A98BE4-C616-5D40-0E51-80F9D35D0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75D34-6981-4717-9B92-EF64BE9C95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3994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D0B175E-CE3C-48C8-C0DB-49A6288B6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9402" y="-797563"/>
            <a:ext cx="15490802" cy="870269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3B21DB7-7DB1-388F-538E-0EB23B854E12}"/>
              </a:ext>
            </a:extLst>
          </p:cNvPr>
          <p:cNvSpPr txBox="1"/>
          <p:nvPr/>
        </p:nvSpPr>
        <p:spPr>
          <a:xfrm>
            <a:off x="6095999" y="2799376"/>
            <a:ext cx="5540478" cy="923330"/>
          </a:xfrm>
          <a:prstGeom prst="rect">
            <a:avLst/>
          </a:prstGeom>
          <a:solidFill>
            <a:srgbClr val="2C638A">
              <a:alpha val="7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TW" altLang="zh-TW" dirty="0">
                <a:solidFill>
                  <a:schemeClr val="bg2"/>
                </a:solidFill>
              </a:rPr>
              <a:t>Over 70 peer-reviewed publications spanning </a:t>
            </a:r>
            <a:r>
              <a:rPr lang="zh-TW" altLang="zh-TW" b="1" dirty="0">
                <a:solidFill>
                  <a:schemeClr val="bg2"/>
                </a:solidFill>
              </a:rPr>
              <a:t>EUV/VUV Physics, Advanced Optical Systems, and Precision Metrology</a:t>
            </a:r>
            <a:r>
              <a:rPr lang="zh-TW" altLang="zh-TW" dirty="0">
                <a:solidFill>
                  <a:schemeClr val="bg2"/>
                </a:solidFill>
              </a:rPr>
              <a:t> over the past decades.</a:t>
            </a:r>
            <a:endParaRPr lang="zh-TW" altLang="en-US" dirty="0">
              <a:solidFill>
                <a:schemeClr val="bg2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B0DE965-76D2-6626-FE49-00F1DFD16E8C}"/>
              </a:ext>
            </a:extLst>
          </p:cNvPr>
          <p:cNvSpPr txBox="1"/>
          <p:nvPr/>
        </p:nvSpPr>
        <p:spPr>
          <a:xfrm>
            <a:off x="6095999" y="4012879"/>
            <a:ext cx="5540478" cy="646331"/>
          </a:xfrm>
          <a:prstGeom prst="rect">
            <a:avLst/>
          </a:prstGeom>
          <a:solidFill>
            <a:srgbClr val="2C638A">
              <a:alpha val="7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TW"/>
            </a:defPPr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zh-TW" altLang="zh-TW" dirty="0"/>
              <a:t>This visualization tracks publication output over time, key venues, and milestone works. 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ECA2977-F778-A4B0-3CA2-805E9258AB46}"/>
              </a:ext>
            </a:extLst>
          </p:cNvPr>
          <p:cNvSpPr txBox="1"/>
          <p:nvPr/>
        </p:nvSpPr>
        <p:spPr>
          <a:xfrm>
            <a:off x="6095999" y="4949383"/>
            <a:ext cx="5540478" cy="923330"/>
          </a:xfrm>
          <a:prstGeom prst="rect">
            <a:avLst/>
          </a:prstGeom>
          <a:solidFill>
            <a:srgbClr val="2C638A">
              <a:alpha val="7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TW"/>
            </a:defPPr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zh-TW" altLang="zh-TW" dirty="0"/>
              <a:t>My research focuses on X-ray &amp; Vacuum Ultraviolet (VUV/EUV) Spectroscopy, Optical Imaging, and Automated System Integration. 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D9C21C7-C874-3DFE-AD59-26A30BBD0553}"/>
              </a:ext>
            </a:extLst>
          </p:cNvPr>
          <p:cNvSpPr txBox="1"/>
          <p:nvPr/>
        </p:nvSpPr>
        <p:spPr>
          <a:xfrm>
            <a:off x="3757110" y="1500842"/>
            <a:ext cx="4677777" cy="584775"/>
          </a:xfrm>
          <a:prstGeom prst="rect">
            <a:avLst/>
          </a:prstGeom>
          <a:solidFill>
            <a:srgbClr val="2C638A">
              <a:alpha val="7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TW"/>
            </a:defPPr>
            <a:lvl1pPr>
              <a:defRPr>
                <a:solidFill>
                  <a:schemeClr val="bg2"/>
                </a:solidFill>
              </a:defRPr>
            </a:lvl1pPr>
          </a:lstStyle>
          <a:p>
            <a:pPr algn="ctr"/>
            <a:r>
              <a:rPr lang="zh-TW" altLang="en-US" sz="3200" b="1" dirty="0"/>
              <a:t>羅仁佑 </a:t>
            </a:r>
            <a:r>
              <a:rPr lang="en-US" altLang="zh-TW" sz="3200" dirty="0"/>
              <a:t>JenIu,  Robert, Lo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627418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81</Words>
  <Application>Microsoft Office PowerPoint</Application>
  <PresentationFormat>寬螢幕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JenIu Luo</dc:creator>
  <cp:lastModifiedBy>JenIu Luo</cp:lastModifiedBy>
  <cp:revision>1</cp:revision>
  <dcterms:created xsi:type="dcterms:W3CDTF">2026-08-03T08:08:54Z</dcterms:created>
  <dcterms:modified xsi:type="dcterms:W3CDTF">2026-08-03T08:22:29Z</dcterms:modified>
</cp:coreProperties>
</file>