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C8F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HK" altLang="en-US" dirty="0"/>
              <a:t>按一下以編輯母片標題樣式</a:t>
            </a:r>
            <a:endParaRPr lang="zh-HK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HK" altLang="en-US" dirty="0"/>
              <a:t>按一下以編輯母片副標題樣式</a:t>
            </a:r>
            <a:endParaRPr lang="zh-HK" altLang="en-US" dirty="0"/>
          </a:p>
        </p:txBody>
      </p:sp>
      <p:sp>
        <p:nvSpPr>
          <p:cNvPr id="16" name="日期預留位置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17" name="頁腳預留位置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18" name="投影片編號預留位置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內容預留位置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 smtClean="0"/>
              <a:t>按一下以編輯母片文字樣式</a:t>
            </a:r>
            <a:endParaRPr lang="zh-HK" altLang="en-US" smtClean="0"/>
          </a:p>
          <a:p>
            <a:pPr lvl="1"/>
            <a:r>
              <a:rPr lang="zh-HK" altLang="en-US" smtClean="0"/>
              <a:t>第二層</a:t>
            </a:r>
            <a:endParaRPr lang="zh-HK" altLang="en-US" smtClean="0"/>
          </a:p>
          <a:p>
            <a:pPr lvl="2"/>
            <a:r>
              <a:rPr lang="zh-HK" altLang="en-US" smtClean="0"/>
              <a:t>第三層</a:t>
            </a:r>
            <a:endParaRPr lang="zh-HK" altLang="en-US" smtClean="0"/>
          </a:p>
          <a:p>
            <a:pPr lvl="3"/>
            <a:r>
              <a:rPr lang="zh-HK" altLang="en-US" smtClean="0"/>
              <a:t>第四層</a:t>
            </a:r>
            <a:endParaRPr lang="zh-HK" altLang="en-US" smtClean="0"/>
          </a:p>
          <a:p>
            <a:pPr lvl="4"/>
            <a:r>
              <a:rPr lang="zh-HK" altLang="en-US" smtClean="0"/>
              <a:t>第五層</a:t>
            </a:r>
            <a:endParaRPr lang="zh-HK" altLang="en-US"/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HK" altLang="en-US" dirty="0"/>
              <a:t>按一下以編輯標題</a:t>
            </a:r>
            <a:endParaRPr lang="zh-HK" altLang="en-US" dirty="0"/>
          </a:p>
        </p:txBody>
      </p:sp>
      <p:sp>
        <p:nvSpPr>
          <p:cNvPr id="3" name="文字預留位置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HK" altLang="en-US" dirty="0"/>
              <a:t>按一下以編輯文字</a:t>
            </a:r>
            <a:endParaRPr lang="zh-HK" altLang="en-US" dirty="0"/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雙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內容預留位置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 smtClean="0"/>
              <a:t>按一下以編輯母片文字樣式</a:t>
            </a:r>
            <a:endParaRPr lang="zh-HK" altLang="en-US" smtClean="0"/>
          </a:p>
          <a:p>
            <a:pPr lvl="1"/>
            <a:r>
              <a:rPr lang="zh-HK" altLang="en-US" smtClean="0"/>
              <a:t>第二層</a:t>
            </a:r>
            <a:endParaRPr lang="zh-HK" altLang="en-US" smtClean="0"/>
          </a:p>
          <a:p>
            <a:pPr lvl="2"/>
            <a:r>
              <a:rPr lang="zh-HK" altLang="en-US" smtClean="0"/>
              <a:t>第三層</a:t>
            </a:r>
            <a:endParaRPr lang="zh-HK" altLang="en-US" smtClean="0"/>
          </a:p>
          <a:p>
            <a:pPr lvl="3"/>
            <a:r>
              <a:rPr lang="zh-HK" altLang="en-US" smtClean="0"/>
              <a:t>第四層</a:t>
            </a:r>
            <a:endParaRPr lang="zh-HK" altLang="en-US" smtClean="0"/>
          </a:p>
          <a:p>
            <a:pPr lvl="4"/>
            <a:r>
              <a:rPr lang="zh-HK" altLang="en-US" smtClean="0"/>
              <a:t>第五層</a:t>
            </a:r>
            <a:endParaRPr lang="zh-HK" altLang="en-US"/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HK" altLang="en-US" dirty="0"/>
              <a:t>按一下以編輯母片文字樣式</a:t>
            </a:r>
            <a:endParaRPr lang="zh-HK" altLang="en-US" dirty="0"/>
          </a:p>
          <a:p>
            <a:pPr lvl="1"/>
            <a:r>
              <a:rPr lang="zh-HK" altLang="en-US" dirty="0"/>
              <a:t>第二層</a:t>
            </a:r>
            <a:endParaRPr lang="zh-HK" altLang="en-US" dirty="0"/>
          </a:p>
          <a:p>
            <a:pPr lvl="2"/>
            <a:r>
              <a:rPr lang="zh-HK" altLang="en-US" dirty="0"/>
              <a:t>第三層</a:t>
            </a:r>
            <a:endParaRPr lang="zh-HK" altLang="en-US" dirty="0"/>
          </a:p>
          <a:p>
            <a:pPr lvl="3"/>
            <a:r>
              <a:rPr lang="zh-HK" altLang="en-US" dirty="0"/>
              <a:t>第四層</a:t>
            </a:r>
            <a:endParaRPr lang="zh-HK" altLang="en-US" dirty="0"/>
          </a:p>
          <a:p>
            <a:pPr lvl="4"/>
            <a:r>
              <a:rPr lang="zh-HK" altLang="en-US" dirty="0"/>
              <a:t>第五層</a:t>
            </a:r>
            <a:endParaRPr lang="zh-HK" altLang="en-US" dirty="0"/>
          </a:p>
        </p:txBody>
      </p:sp>
      <p:sp>
        <p:nvSpPr>
          <p:cNvPr id="5" name="日期預留位置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6" name="頁腳預留位置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文字預留位置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HK" altLang="en-US" dirty="0"/>
              <a:t>按一下以編輯文字</a:t>
            </a:r>
            <a:endParaRPr lang="zh-HK" altLang="en-US" dirty="0"/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HK" altLang="en-US" smtClean="0"/>
              <a:t>按一下以編輯母片文字樣式</a:t>
            </a:r>
            <a:endParaRPr lang="zh-HK" altLang="en-US" smtClean="0"/>
          </a:p>
          <a:p>
            <a:pPr lvl="1"/>
            <a:r>
              <a:rPr lang="zh-HK" altLang="en-US" smtClean="0"/>
              <a:t>第二層</a:t>
            </a:r>
            <a:endParaRPr lang="zh-HK" altLang="en-US" smtClean="0"/>
          </a:p>
          <a:p>
            <a:pPr lvl="2"/>
            <a:r>
              <a:rPr lang="zh-HK" altLang="en-US" smtClean="0"/>
              <a:t>第三層</a:t>
            </a:r>
            <a:endParaRPr lang="zh-HK" altLang="en-US" smtClean="0"/>
          </a:p>
          <a:p>
            <a:pPr lvl="3"/>
            <a:r>
              <a:rPr lang="zh-HK" altLang="en-US" smtClean="0"/>
              <a:t>第四層</a:t>
            </a:r>
            <a:endParaRPr lang="zh-HK" altLang="en-US" smtClean="0"/>
          </a:p>
          <a:p>
            <a:pPr lvl="4"/>
            <a:r>
              <a:rPr lang="zh-HK" altLang="en-US" smtClean="0"/>
              <a:t>第五層</a:t>
            </a:r>
            <a:endParaRPr lang="zh-HK" altLang="en-US"/>
          </a:p>
        </p:txBody>
      </p:sp>
      <p:sp>
        <p:nvSpPr>
          <p:cNvPr id="5" name="文字預留位置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HK" altLang="en-US" smtClean="0"/>
              <a:t>按一下以編輯文字</a:t>
            </a:r>
            <a:endParaRPr lang="zh-HK" altLang="en-US"/>
          </a:p>
        </p:txBody>
      </p:sp>
      <p:sp>
        <p:nvSpPr>
          <p:cNvPr id="6" name="內容預留位置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HK" altLang="en-US" smtClean="0"/>
              <a:t>按一下以編輯母片文字樣式</a:t>
            </a:r>
            <a:endParaRPr lang="zh-HK" altLang="en-US" smtClean="0"/>
          </a:p>
          <a:p>
            <a:pPr lvl="1"/>
            <a:r>
              <a:rPr lang="zh-HK" altLang="en-US" smtClean="0"/>
              <a:t>第二層</a:t>
            </a:r>
            <a:endParaRPr lang="zh-HK" altLang="en-US" smtClean="0"/>
          </a:p>
          <a:p>
            <a:pPr lvl="2"/>
            <a:r>
              <a:rPr lang="zh-HK" altLang="en-US" smtClean="0"/>
              <a:t>第三層</a:t>
            </a:r>
            <a:endParaRPr lang="zh-HK" altLang="en-US" smtClean="0"/>
          </a:p>
          <a:p>
            <a:pPr lvl="3"/>
            <a:r>
              <a:rPr lang="zh-HK" altLang="en-US" smtClean="0"/>
              <a:t>第四層</a:t>
            </a:r>
            <a:endParaRPr lang="zh-HK" altLang="en-US" smtClean="0"/>
          </a:p>
          <a:p>
            <a:pPr lvl="4"/>
            <a:r>
              <a:rPr lang="zh-HK" altLang="en-US" smtClean="0"/>
              <a:t>第五層</a:t>
            </a:r>
            <a:endParaRPr lang="zh-HK" altLang="en-US"/>
          </a:p>
        </p:txBody>
      </p:sp>
      <p:sp>
        <p:nvSpPr>
          <p:cNvPr id="7" name="日期預留位置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8" name="頁腳預留位置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投影片編號預留位置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僅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預留位置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3" name="頁腳預留位置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圖片與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預留位置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HK" altLang="en-US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HK" altLang="en-US" smtClean="0"/>
              <a:t>按一下以編輯母片文字樣式</a:t>
            </a:r>
            <a:endParaRPr lang="zh-HK" altLang="en-US"/>
          </a:p>
        </p:txBody>
      </p:sp>
      <p:sp>
        <p:nvSpPr>
          <p:cNvPr id="5" name="日期預留位置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HK" altLang="en-US" smtClean="0"/>
            </a:fld>
            <a:endParaRPr lang="zh-HK" altLang="en-US" dirty="0"/>
          </a:p>
        </p:txBody>
      </p:sp>
      <p:sp>
        <p:nvSpPr>
          <p:cNvPr id="6" name="頁腳預留位置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HK" altLang="en-US" smtClean="0"/>
            </a:fld>
            <a:endParaRPr lang="zh-HK" altLang="en-US"/>
          </a:p>
        </p:txBody>
      </p:sp>
      <p:sp>
        <p:nvSpPr>
          <p:cNvPr id="9" name="標題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HK" altLang="en-US"/>
              <a:t>按一下以編輯母片標題樣式</a:t>
            </a:r>
            <a:endParaRPr lang="zh-HK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書標題與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書標題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HK" altLang="en-US" smtClean="0"/>
              <a:t>按一下以編輯標題</a:t>
            </a:r>
            <a:endParaRPr lang="zh-HK" altLang="en-US"/>
          </a:p>
        </p:txBody>
      </p:sp>
      <p:sp>
        <p:nvSpPr>
          <p:cNvPr id="3" name="直書文字預留位置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HK" altLang="en-US" dirty="0"/>
              <a:t>按一下以編輯母片文字樣式</a:t>
            </a:r>
            <a:endParaRPr lang="zh-HK" altLang="en-US" dirty="0"/>
          </a:p>
          <a:p>
            <a:pPr lvl="1"/>
            <a:r>
              <a:rPr lang="zh-HK" altLang="en-US" dirty="0"/>
              <a:t>第二層</a:t>
            </a:r>
            <a:endParaRPr lang="zh-HK" altLang="en-US" dirty="0"/>
          </a:p>
          <a:p>
            <a:pPr lvl="2"/>
            <a:r>
              <a:rPr lang="zh-HK" altLang="en-US" dirty="0"/>
              <a:t>第三層</a:t>
            </a:r>
            <a:endParaRPr lang="zh-HK" altLang="en-US" dirty="0"/>
          </a:p>
          <a:p>
            <a:pPr lvl="3"/>
            <a:r>
              <a:rPr lang="zh-HK" altLang="en-US" dirty="0"/>
              <a:t>第四層</a:t>
            </a:r>
            <a:endParaRPr lang="zh-HK" altLang="en-US" dirty="0"/>
          </a:p>
          <a:p>
            <a:pPr lvl="4"/>
            <a:r>
              <a:rPr lang="zh-HK" altLang="en-US" dirty="0"/>
              <a:t>第五層</a:t>
            </a:r>
            <a:endParaRPr lang="zh-HK" altLang="en-US" dirty="0"/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  <p:sp>
        <p:nvSpPr>
          <p:cNvPr id="7" name="內容預留位置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HK" altLang="en-US" dirty="0"/>
              <a:t>按一下以編輯母片文字樣式</a:t>
            </a:r>
            <a:endParaRPr lang="zh-HK" altLang="en-US" dirty="0"/>
          </a:p>
          <a:p>
            <a:pPr lvl="1"/>
            <a:r>
              <a:rPr lang="zh-HK" altLang="en-US" dirty="0"/>
              <a:t>第二層</a:t>
            </a:r>
            <a:endParaRPr lang="zh-HK" altLang="en-US" dirty="0"/>
          </a:p>
          <a:p>
            <a:pPr lvl="2"/>
            <a:r>
              <a:rPr lang="zh-HK" altLang="en-US" dirty="0"/>
              <a:t>第三層</a:t>
            </a:r>
            <a:endParaRPr lang="zh-HK" altLang="en-US" dirty="0"/>
          </a:p>
          <a:p>
            <a:pPr lvl="3"/>
            <a:r>
              <a:rPr lang="zh-HK" altLang="en-US" dirty="0"/>
              <a:t>第四層</a:t>
            </a:r>
            <a:endParaRPr lang="zh-HK" altLang="en-US" dirty="0"/>
          </a:p>
          <a:p>
            <a:pPr lvl="4"/>
            <a:r>
              <a:rPr lang="zh-HK" altLang="en-US" dirty="0"/>
              <a:t>第五層</a:t>
            </a:r>
            <a:endParaRPr lang="zh-HK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結尾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</a:fld>
            <a:endParaRPr lang="zh-HK" altLang="en-US"/>
          </a:p>
        </p:txBody>
      </p:sp>
      <p:sp>
        <p:nvSpPr>
          <p:cNvPr id="2" name="標題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HK" altLang="en-US" smtClean="0"/>
              <a:t>按一下以編輯標題</a:t>
            </a:r>
            <a:endParaRPr lang="zh-HK" altLang="en-US"/>
          </a:p>
        </p:txBody>
      </p:sp>
      <p:sp>
        <p:nvSpPr>
          <p:cNvPr id="7" name="文字預留位置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HK" altLang="en-US" dirty="0"/>
              <a:t>按一下以編輯母片文字樣式</a:t>
            </a:r>
            <a:endParaRPr lang="zh-HK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預留位置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HK" altLang="en-US" dirty="0"/>
              <a:t>按一下以編輯母片標題樣式</a:t>
            </a:r>
            <a:endParaRPr lang="zh-HK" altLang="en-US" dirty="0"/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 dirty="0"/>
              <a:t>按一下以編輯母片文字樣式</a:t>
            </a:r>
            <a:endParaRPr lang="zh-HK" altLang="en-US" dirty="0"/>
          </a:p>
          <a:p>
            <a:pPr lvl="1"/>
            <a:r>
              <a:rPr lang="zh-HK" altLang="en-US" dirty="0"/>
              <a:t>第二層</a:t>
            </a:r>
            <a:endParaRPr lang="zh-HK" altLang="en-US" dirty="0"/>
          </a:p>
          <a:p>
            <a:pPr lvl="2"/>
            <a:r>
              <a:rPr lang="zh-HK" altLang="en-US" dirty="0"/>
              <a:t>第三層</a:t>
            </a:r>
            <a:endParaRPr lang="zh-HK" altLang="en-US" dirty="0"/>
          </a:p>
          <a:p>
            <a:pPr lvl="3"/>
            <a:r>
              <a:rPr lang="zh-HK" altLang="en-US" dirty="0"/>
              <a:t>第四層</a:t>
            </a:r>
            <a:endParaRPr lang="zh-HK" altLang="en-US" dirty="0"/>
          </a:p>
          <a:p>
            <a:pPr lvl="4"/>
            <a:r>
              <a:rPr lang="zh-HK" altLang="en-US" dirty="0"/>
              <a:t>第五層</a:t>
            </a:r>
            <a:endParaRPr lang="zh-HK" altLang="en-US" dirty="0"/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HK" altLang="en-US" smtClean="0"/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HK" altLang="en-US" smtClean="0"/>
            </a:fld>
            <a:endParaRPr lang="zh-HK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zh-HK" altLang="en-US"/>
          </a:p>
        </p:txBody>
      </p:sp>
      <p:sp>
        <p:nvSpPr>
          <p:cNvPr id="4" name="橢圓 3"/>
          <p:cNvSpPr/>
          <p:nvPr/>
        </p:nvSpPr>
        <p:spPr>
          <a:xfrm>
            <a:off x="8345805" y="3618230"/>
            <a:ext cx="3240000" cy="3240000"/>
          </a:xfrm>
          <a:prstGeom prst="ellipse">
            <a:avLst/>
          </a:prstGeom>
          <a:gradFill>
            <a:gsLst>
              <a:gs pos="88000">
                <a:srgbClr val="7030A0"/>
              </a:gs>
              <a:gs pos="25000">
                <a:schemeClr val="accent1">
                  <a:lumMod val="75000"/>
                </a:schemeClr>
              </a:gs>
              <a:gs pos="73000">
                <a:schemeClr val="accent1">
                  <a:lumMod val="75000"/>
                </a:schemeClr>
              </a:gs>
              <a:gs pos="10000">
                <a:schemeClr val="bg1"/>
              </a:gs>
            </a:gsLst>
            <a:lin ang="7800000" scaled="0"/>
          </a:gradFill>
          <a:ln w="92075">
            <a:gradFill>
              <a:gsLst>
                <a:gs pos="6000">
                  <a:srgbClr val="FF0000"/>
                </a:gs>
                <a:gs pos="25000">
                  <a:srgbClr val="FFC000"/>
                </a:gs>
                <a:gs pos="69000">
                  <a:srgbClr val="00B0F0"/>
                </a:gs>
                <a:gs pos="85000">
                  <a:srgbClr val="00B050"/>
                </a:gs>
                <a:gs pos="48000">
                  <a:srgbClr val="FFFF00"/>
                </a:gs>
                <a:gs pos="100000">
                  <a:srgbClr val="7030A0"/>
                </a:gs>
              </a:gsLst>
              <a:lin ang="44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8592045" y="3380060"/>
            <a:ext cx="2747010" cy="3477895"/>
          </a:xfrm>
        </p:spPr>
        <p:txBody>
          <a:bodyPr wrap="none">
            <a:spAutoFit/>
          </a:bodyPr>
          <a:p>
            <a:pPr algn="ctr"/>
            <a:r>
              <a:rPr lang="zh-TW" altLang="zh-HK" sz="20000" b="1">
                <a:solidFill>
                  <a:srgbClr val="FAFAFA"/>
                </a:solidFill>
                <a:latin typeface="標楷體" panose="03000509000000000000" charset="-120"/>
                <a:ea typeface="標楷體" panose="03000509000000000000" charset="-120"/>
              </a:rPr>
              <a:t>仁</a:t>
            </a:r>
            <a:endParaRPr lang="zh-TW" altLang="zh-HK" sz="20000" b="1">
              <a:solidFill>
                <a:srgbClr val="FAFAFA"/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  <p:sp>
        <p:nvSpPr>
          <p:cNvPr id="6" name="任意多邊形 5"/>
          <p:cNvSpPr/>
          <p:nvPr/>
        </p:nvSpPr>
        <p:spPr>
          <a:xfrm>
            <a:off x="2546985" y="3380105"/>
            <a:ext cx="3240000" cy="324000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cd4">
                <a:pos x="hc" y="t"/>
              </a:cxn>
              <a:cxn ang="3cd4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cd4">
                <a:pos x="ir" y="it"/>
              </a:cxn>
            </a:cxnLst>
            <a:rect l="l" t="t" r="r" b="b"/>
            <a:pathLst>
              <a:path w="5102" h="5102">
                <a:moveTo>
                  <a:pt x="3892" y="2924"/>
                </a:moveTo>
                <a:cubicBezTo>
                  <a:pt x="3851" y="2924"/>
                  <a:pt x="3753" y="2938"/>
                  <a:pt x="3599" y="2965"/>
                </a:cubicBezTo>
                <a:cubicBezTo>
                  <a:pt x="3181" y="3029"/>
                  <a:pt x="2645" y="3097"/>
                  <a:pt x="1990" y="3170"/>
                </a:cubicBezTo>
                <a:cubicBezTo>
                  <a:pt x="1904" y="3188"/>
                  <a:pt x="1861" y="3215"/>
                  <a:pt x="1861" y="3249"/>
                </a:cubicBezTo>
                <a:cubicBezTo>
                  <a:pt x="1861" y="3298"/>
                  <a:pt x="1912" y="3343"/>
                  <a:pt x="2013" y="3384"/>
                </a:cubicBezTo>
                <a:cubicBezTo>
                  <a:pt x="2087" y="3423"/>
                  <a:pt x="2164" y="3443"/>
                  <a:pt x="2242" y="3443"/>
                </a:cubicBezTo>
                <a:cubicBezTo>
                  <a:pt x="2260" y="3443"/>
                  <a:pt x="2302" y="3437"/>
                  <a:pt x="2368" y="3426"/>
                </a:cubicBezTo>
                <a:cubicBezTo>
                  <a:pt x="2691" y="3380"/>
                  <a:pt x="2949" y="3348"/>
                  <a:pt x="3143" y="3332"/>
                </a:cubicBezTo>
                <a:cubicBezTo>
                  <a:pt x="3492" y="3302"/>
                  <a:pt x="3801" y="3284"/>
                  <a:pt x="4070" y="3278"/>
                </a:cubicBezTo>
                <a:cubicBezTo>
                  <a:pt x="4197" y="3274"/>
                  <a:pt x="4263" y="3240"/>
                  <a:pt x="4269" y="3174"/>
                </a:cubicBezTo>
                <a:cubicBezTo>
                  <a:pt x="4269" y="3125"/>
                  <a:pt x="4205" y="3060"/>
                  <a:pt x="4075" y="2979"/>
                </a:cubicBezTo>
                <a:cubicBezTo>
                  <a:pt x="3975" y="2942"/>
                  <a:pt x="3914" y="2924"/>
                  <a:pt x="3892" y="2924"/>
                </a:cubicBezTo>
                <a:close/>
                <a:moveTo>
                  <a:pt x="1521" y="1878"/>
                </a:moveTo>
                <a:cubicBezTo>
                  <a:pt x="1545" y="1878"/>
                  <a:pt x="1584" y="1906"/>
                  <a:pt x="1637" y="1961"/>
                </a:cubicBezTo>
                <a:lnTo>
                  <a:pt x="1646" y="1970"/>
                </a:lnTo>
                <a:lnTo>
                  <a:pt x="1643" y="1974"/>
                </a:lnTo>
                <a:cubicBezTo>
                  <a:pt x="1593" y="2050"/>
                  <a:pt x="1542" y="2121"/>
                  <a:pt x="1491" y="2187"/>
                </a:cubicBezTo>
                <a:lnTo>
                  <a:pt x="1474" y="2209"/>
                </a:lnTo>
                <a:lnTo>
                  <a:pt x="1473" y="2207"/>
                </a:lnTo>
                <a:cubicBezTo>
                  <a:pt x="1462" y="2128"/>
                  <a:pt x="1444" y="2049"/>
                  <a:pt x="1418" y="1969"/>
                </a:cubicBezTo>
                <a:cubicBezTo>
                  <a:pt x="1418" y="1909"/>
                  <a:pt x="1452" y="1878"/>
                  <a:pt x="1521" y="1878"/>
                </a:cubicBezTo>
                <a:close/>
                <a:moveTo>
                  <a:pt x="3408" y="1782"/>
                </a:moveTo>
                <a:cubicBezTo>
                  <a:pt x="3382" y="1782"/>
                  <a:pt x="3322" y="1794"/>
                  <a:pt x="3227" y="1818"/>
                </a:cubicBezTo>
                <a:cubicBezTo>
                  <a:pt x="2989" y="1868"/>
                  <a:pt x="2677" y="1923"/>
                  <a:pt x="2292" y="1982"/>
                </a:cubicBezTo>
                <a:cubicBezTo>
                  <a:pt x="2209" y="2000"/>
                  <a:pt x="2168" y="2026"/>
                  <a:pt x="2168" y="2059"/>
                </a:cubicBezTo>
                <a:cubicBezTo>
                  <a:pt x="2168" y="2106"/>
                  <a:pt x="2215" y="2149"/>
                  <a:pt x="2311" y="2188"/>
                </a:cubicBezTo>
                <a:cubicBezTo>
                  <a:pt x="2381" y="2225"/>
                  <a:pt x="2453" y="2244"/>
                  <a:pt x="2527" y="2244"/>
                </a:cubicBezTo>
                <a:cubicBezTo>
                  <a:pt x="2539" y="2244"/>
                  <a:pt x="2567" y="2239"/>
                  <a:pt x="2612" y="2229"/>
                </a:cubicBezTo>
                <a:cubicBezTo>
                  <a:pt x="2787" y="2195"/>
                  <a:pt x="2938" y="2172"/>
                  <a:pt x="3065" y="2158"/>
                </a:cubicBezTo>
                <a:cubicBezTo>
                  <a:pt x="3252" y="2137"/>
                  <a:pt x="3423" y="2124"/>
                  <a:pt x="3576" y="2120"/>
                </a:cubicBezTo>
                <a:cubicBezTo>
                  <a:pt x="3696" y="2116"/>
                  <a:pt x="3758" y="2083"/>
                  <a:pt x="3764" y="2019"/>
                </a:cubicBezTo>
                <a:cubicBezTo>
                  <a:pt x="3764" y="1973"/>
                  <a:pt x="3703" y="1911"/>
                  <a:pt x="3581" y="1834"/>
                </a:cubicBezTo>
                <a:cubicBezTo>
                  <a:pt x="3486" y="1800"/>
                  <a:pt x="3429" y="1782"/>
                  <a:pt x="3408" y="1782"/>
                </a:cubicBezTo>
                <a:close/>
                <a:moveTo>
                  <a:pt x="1798" y="883"/>
                </a:moveTo>
                <a:cubicBezTo>
                  <a:pt x="1737" y="883"/>
                  <a:pt x="1706" y="922"/>
                  <a:pt x="1706" y="999"/>
                </a:cubicBezTo>
                <a:cubicBezTo>
                  <a:pt x="1706" y="1132"/>
                  <a:pt x="1669" y="1275"/>
                  <a:pt x="1596" y="1430"/>
                </a:cubicBezTo>
                <a:cubicBezTo>
                  <a:pt x="1474" y="1690"/>
                  <a:pt x="1341" y="1920"/>
                  <a:pt x="1195" y="2121"/>
                </a:cubicBezTo>
                <a:cubicBezTo>
                  <a:pt x="1033" y="2345"/>
                  <a:pt x="873" y="2535"/>
                  <a:pt x="715" y="2690"/>
                </a:cubicBezTo>
                <a:cubicBezTo>
                  <a:pt x="674" y="2720"/>
                  <a:pt x="653" y="2748"/>
                  <a:pt x="653" y="2776"/>
                </a:cubicBezTo>
                <a:cubicBezTo>
                  <a:pt x="653" y="2812"/>
                  <a:pt x="676" y="2830"/>
                  <a:pt x="722" y="2830"/>
                </a:cubicBezTo>
                <a:cubicBezTo>
                  <a:pt x="768" y="2830"/>
                  <a:pt x="853" y="2785"/>
                  <a:pt x="978" y="2694"/>
                </a:cubicBezTo>
                <a:cubicBezTo>
                  <a:pt x="1155" y="2566"/>
                  <a:pt x="1316" y="2410"/>
                  <a:pt x="1461" y="2226"/>
                </a:cubicBezTo>
                <a:lnTo>
                  <a:pt x="1474" y="2209"/>
                </a:lnTo>
                <a:lnTo>
                  <a:pt x="1477" y="2233"/>
                </a:lnTo>
                <a:cubicBezTo>
                  <a:pt x="1483" y="2285"/>
                  <a:pt x="1486" y="2338"/>
                  <a:pt x="1486" y="2390"/>
                </a:cubicBezTo>
                <a:cubicBezTo>
                  <a:pt x="1486" y="2951"/>
                  <a:pt x="1458" y="3317"/>
                  <a:pt x="1403" y="3487"/>
                </a:cubicBezTo>
                <a:cubicBezTo>
                  <a:pt x="1378" y="3579"/>
                  <a:pt x="1363" y="3637"/>
                  <a:pt x="1359" y="3661"/>
                </a:cubicBezTo>
                <a:cubicBezTo>
                  <a:pt x="1359" y="3719"/>
                  <a:pt x="1386" y="3808"/>
                  <a:pt x="1438" y="3928"/>
                </a:cubicBezTo>
                <a:cubicBezTo>
                  <a:pt x="1475" y="4023"/>
                  <a:pt x="1521" y="4071"/>
                  <a:pt x="1576" y="4071"/>
                </a:cubicBezTo>
                <a:cubicBezTo>
                  <a:pt x="1623" y="4071"/>
                  <a:pt x="1659" y="4027"/>
                  <a:pt x="1686" y="3940"/>
                </a:cubicBezTo>
                <a:cubicBezTo>
                  <a:pt x="1721" y="3843"/>
                  <a:pt x="1738" y="3753"/>
                  <a:pt x="1738" y="3671"/>
                </a:cubicBezTo>
                <a:lnTo>
                  <a:pt x="1750" y="3049"/>
                </a:lnTo>
                <a:cubicBezTo>
                  <a:pt x="1750" y="2684"/>
                  <a:pt x="1758" y="2460"/>
                  <a:pt x="1773" y="2377"/>
                </a:cubicBezTo>
                <a:cubicBezTo>
                  <a:pt x="1791" y="2294"/>
                  <a:pt x="1800" y="2243"/>
                  <a:pt x="1800" y="2225"/>
                </a:cubicBezTo>
                <a:cubicBezTo>
                  <a:pt x="1800" y="2184"/>
                  <a:pt x="1758" y="2110"/>
                  <a:pt x="1676" y="2003"/>
                </a:cubicBezTo>
                <a:cubicBezTo>
                  <a:pt x="1666" y="1993"/>
                  <a:pt x="1658" y="1983"/>
                  <a:pt x="1649" y="1974"/>
                </a:cubicBezTo>
                <a:lnTo>
                  <a:pt x="1646" y="1970"/>
                </a:lnTo>
                <a:lnTo>
                  <a:pt x="1673" y="1928"/>
                </a:lnTo>
                <a:cubicBezTo>
                  <a:pt x="1763" y="1788"/>
                  <a:pt x="1850" y="1630"/>
                  <a:pt x="1936" y="1456"/>
                </a:cubicBezTo>
                <a:cubicBezTo>
                  <a:pt x="1992" y="1372"/>
                  <a:pt x="2034" y="1309"/>
                  <a:pt x="2064" y="1267"/>
                </a:cubicBezTo>
                <a:cubicBezTo>
                  <a:pt x="2108" y="1230"/>
                  <a:pt x="2131" y="1193"/>
                  <a:pt x="2131" y="1157"/>
                </a:cubicBezTo>
                <a:cubicBezTo>
                  <a:pt x="2131" y="1090"/>
                  <a:pt x="2070" y="1017"/>
                  <a:pt x="1949" y="937"/>
                </a:cubicBezTo>
                <a:cubicBezTo>
                  <a:pt x="1885" y="901"/>
                  <a:pt x="1835" y="883"/>
                  <a:pt x="1798" y="883"/>
                </a:cubicBezTo>
                <a:close/>
                <a:moveTo>
                  <a:pt x="2551" y="0"/>
                </a:moveTo>
                <a:cubicBezTo>
                  <a:pt x="3960" y="0"/>
                  <a:pt x="5102" y="1142"/>
                  <a:pt x="5102" y="2551"/>
                </a:cubicBezTo>
                <a:cubicBezTo>
                  <a:pt x="5102" y="3960"/>
                  <a:pt x="3960" y="5102"/>
                  <a:pt x="2551" y="5102"/>
                </a:cubicBezTo>
                <a:cubicBezTo>
                  <a:pt x="1142" y="5102"/>
                  <a:pt x="0" y="3960"/>
                  <a:pt x="0" y="2551"/>
                </a:cubicBezTo>
                <a:cubicBezTo>
                  <a:pt x="0" y="1142"/>
                  <a:pt x="1142" y="0"/>
                  <a:pt x="2551" y="0"/>
                </a:cubicBezTo>
                <a:close/>
              </a:path>
            </a:pathLst>
          </a:custGeom>
          <a:gradFill>
            <a:gsLst>
              <a:gs pos="88000">
                <a:srgbClr val="0070C0"/>
              </a:gs>
              <a:gs pos="25000">
                <a:srgbClr val="00B0F0"/>
              </a:gs>
              <a:gs pos="73000">
                <a:srgbClr val="00B0F0"/>
              </a:gs>
              <a:gs pos="10000">
                <a:schemeClr val="bg1"/>
              </a:gs>
            </a:gsLst>
            <a:lin ang="7800000" scaled="0"/>
          </a:gradFill>
          <a:ln w="920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BIZ UDMincho"/>
        <a:font script="Hang" typeface="맑은 고딕"/>
        <a:font script="Hans" typeface="等线 Light"/>
        <a:font script="Hant" typeface="微軟正黑體"/>
        <a:font script="Arab" typeface="Sakkal Majalla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BIZ UDMincho"/>
        <a:font script="Hang" typeface="맑은 고딕"/>
        <a:font script="Hans" typeface="等线"/>
        <a:font script="Hant" typeface="微軟正黑體"/>
        <a:font script="Arab" typeface="Sakkal Majall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WPS 演示</Application>
  <PresentationFormat>寬螢幕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1" baseType="lpstr">
      <vt:lpstr>Arial</vt:lpstr>
      <vt:lpstr>新細明體</vt:lpstr>
      <vt:lpstr>Wingdings</vt:lpstr>
      <vt:lpstr>Wingdings</vt:lpstr>
      <vt:lpstr>標楷體</vt:lpstr>
      <vt:lpstr>微軟正黑體</vt:lpstr>
      <vt:lpstr>Microsoft YaHei</vt:lpstr>
      <vt:lpstr>SimSun</vt:lpstr>
      <vt:lpstr>Arial Unicode MS</vt:lpstr>
      <vt:lpstr>Calibri</vt:lpstr>
      <vt:lpstr>Yu Gothic UI Semilight</vt:lpstr>
      <vt:lpstr>書法家行書體</vt:lpstr>
      <vt:lpstr>書法家疊圓體</vt:lpstr>
      <vt:lpstr>細明體_MSCS-ExtB</vt:lpstr>
      <vt:lpstr>細明體</vt:lpstr>
      <vt:lpstr>微軟正黑體 Light</vt:lpstr>
      <vt:lpstr>細明體-ExtB</vt:lpstr>
      <vt:lpstr>新細明體</vt:lpstr>
      <vt:lpstr>新細明體-ExtB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robert</dc:creator>
  <cp:lastModifiedBy>robert_1 lo</cp:lastModifiedBy>
  <cp:revision>6</cp:revision>
  <dcterms:created xsi:type="dcterms:W3CDTF">2026-08-25T09:01:00Z</dcterms:created>
  <dcterms:modified xsi:type="dcterms:W3CDTF">2026-08-25T16:44:37Z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3076-12.1.0.28032</vt:lpwstr>
  </property>
  <property fmtid="{D5CDD505-2E9C-101B-9397-08002B2CF9AE}" pid="3" name="ICV">
    <vt:lpwstr>E78B9140FF774BA5804D19B771922CAE_11</vt:lpwstr>
  </property>
</Properties>
</file>