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DC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474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HK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HK" altLang="en-US" dirty="0"/>
              <a:t>按一下以編輯母片副標題樣式</a:t>
            </a:r>
          </a:p>
        </p:txBody>
      </p:sp>
      <p:sp>
        <p:nvSpPr>
          <p:cNvPr id="16" name="日期預留位置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17" name="頁腳預留位置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18" name="投影片編號預留位置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與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HK" altLang="en-US"/>
              <a:t>按一下以編輯母片標題樣式</a:t>
            </a:r>
          </a:p>
        </p:txBody>
      </p:sp>
      <p:sp>
        <p:nvSpPr>
          <p:cNvPr id="3" name="內容預留位置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HK" altLang="en-US"/>
              <a:t>按一下以編輯母片文字樣式</a:t>
            </a:r>
          </a:p>
          <a:p>
            <a:pPr lvl="1"/>
            <a:r>
              <a:rPr lang="zh-HK" altLang="en-US"/>
              <a:t>第二層</a:t>
            </a:r>
          </a:p>
          <a:p>
            <a:pPr lvl="2"/>
            <a:r>
              <a:rPr lang="zh-HK" altLang="en-US"/>
              <a:t>第三層</a:t>
            </a:r>
          </a:p>
          <a:p>
            <a:pPr lvl="3"/>
            <a:r>
              <a:rPr lang="zh-HK" altLang="en-US"/>
              <a:t>第四層</a:t>
            </a:r>
          </a:p>
          <a:p>
            <a:pPr lvl="4"/>
            <a:r>
              <a:rPr lang="zh-HK" altLang="en-US"/>
              <a:t>第五層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5" name="頁腳預留位置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HK" altLang="en-US" dirty="0"/>
              <a:t>按一下以編輯標題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HK" altLang="en-US" dirty="0"/>
              <a:t>按一下以編輯文字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5" name="頁腳預留位置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雙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HK" altLang="en-US"/>
              <a:t>按一下以編輯母片標題樣式</a:t>
            </a:r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HK" altLang="en-US"/>
              <a:t>按一下以編輯母片文字樣式</a:t>
            </a:r>
          </a:p>
          <a:p>
            <a:pPr lvl="1"/>
            <a:r>
              <a:rPr lang="zh-HK" altLang="en-US"/>
              <a:t>第二層</a:t>
            </a:r>
          </a:p>
          <a:p>
            <a:pPr lvl="2"/>
            <a:r>
              <a:rPr lang="zh-HK" altLang="en-US"/>
              <a:t>第三層</a:t>
            </a:r>
          </a:p>
          <a:p>
            <a:pPr lvl="3"/>
            <a:r>
              <a:rPr lang="zh-HK" altLang="en-US"/>
              <a:t>第四層</a:t>
            </a:r>
          </a:p>
          <a:p>
            <a:pPr lvl="4"/>
            <a:r>
              <a:rPr lang="zh-HK" altLang="en-US"/>
              <a:t>第五層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HK" altLang="en-US" dirty="0"/>
              <a:t>按一下以編輯母片文字樣式</a:t>
            </a:r>
          </a:p>
          <a:p>
            <a:pPr lvl="1"/>
            <a:r>
              <a:rPr lang="zh-HK" altLang="en-US" dirty="0"/>
              <a:t>第二層</a:t>
            </a:r>
          </a:p>
          <a:p>
            <a:pPr lvl="2"/>
            <a:r>
              <a:rPr lang="zh-HK" altLang="en-US" dirty="0"/>
              <a:t>第三層</a:t>
            </a:r>
          </a:p>
          <a:p>
            <a:pPr lvl="3"/>
            <a:r>
              <a:rPr lang="zh-HK" altLang="en-US" dirty="0"/>
              <a:t>第四層</a:t>
            </a:r>
          </a:p>
          <a:p>
            <a:pPr lvl="4"/>
            <a:r>
              <a:rPr lang="zh-HK" altLang="en-US" dirty="0"/>
              <a:t>第五層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6" name="頁腳預留位置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HK" altLang="en-US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HK" altLang="en-US" dirty="0"/>
              <a:t>按一下以編輯文字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HK" altLang="en-US"/>
              <a:t>按一下以編輯母片文字樣式</a:t>
            </a:r>
          </a:p>
          <a:p>
            <a:pPr lvl="1"/>
            <a:r>
              <a:rPr lang="zh-HK" altLang="en-US"/>
              <a:t>第二層</a:t>
            </a:r>
          </a:p>
          <a:p>
            <a:pPr lvl="2"/>
            <a:r>
              <a:rPr lang="zh-HK" altLang="en-US"/>
              <a:t>第三層</a:t>
            </a:r>
          </a:p>
          <a:p>
            <a:pPr lvl="3"/>
            <a:r>
              <a:rPr lang="zh-HK" altLang="en-US"/>
              <a:t>第四層</a:t>
            </a:r>
          </a:p>
          <a:p>
            <a:pPr lvl="4"/>
            <a:r>
              <a:rPr lang="zh-HK" altLang="en-US"/>
              <a:t>第五層</a:t>
            </a:r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HK" altLang="en-US"/>
              <a:t>按一下以編輯文字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HK" altLang="en-US"/>
              <a:t>按一下以編輯母片文字樣式</a:t>
            </a:r>
          </a:p>
          <a:p>
            <a:pPr lvl="1"/>
            <a:r>
              <a:rPr lang="zh-HK" altLang="en-US"/>
              <a:t>第二層</a:t>
            </a:r>
          </a:p>
          <a:p>
            <a:pPr lvl="2"/>
            <a:r>
              <a:rPr lang="zh-HK" altLang="en-US"/>
              <a:t>第三層</a:t>
            </a:r>
          </a:p>
          <a:p>
            <a:pPr lvl="3"/>
            <a:r>
              <a:rPr lang="zh-HK" altLang="en-US"/>
              <a:t>第四層</a:t>
            </a:r>
          </a:p>
          <a:p>
            <a:pPr lvl="4"/>
            <a:r>
              <a:rPr lang="zh-HK" altLang="en-US"/>
              <a:t>第五層</a:t>
            </a:r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8" name="頁腳預留位置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HK" altLang="en-US"/>
              <a:t>按一下以編輯母片標題樣式</a:t>
            </a:r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4" name="頁腳預留位置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3" name="頁腳預留位置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片與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預留位置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HK" altLang="en-US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HK" altLang="en-US"/>
              <a:t>按一下以編輯母片文字樣式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HK" altLang="en-US" smtClean="0"/>
              <a:t>7/9/2026</a:t>
            </a:fld>
            <a:endParaRPr lang="zh-HK" altLang="en-US" dirty="0"/>
          </a:p>
        </p:txBody>
      </p:sp>
      <p:sp>
        <p:nvSpPr>
          <p:cNvPr id="6" name="頁腳預留位置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9" name="標題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HK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書標題與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書標題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HK" altLang="en-US"/>
              <a:t>按一下以編輯標題</a:t>
            </a:r>
          </a:p>
        </p:txBody>
      </p:sp>
      <p:sp>
        <p:nvSpPr>
          <p:cNvPr id="3" name="直書文字預留位置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HK" altLang="en-US" dirty="0"/>
              <a:t>按一下以編輯母片文字樣式</a:t>
            </a:r>
          </a:p>
          <a:p>
            <a:pPr lvl="1"/>
            <a:r>
              <a:rPr lang="zh-HK" altLang="en-US" dirty="0"/>
              <a:t>第二層</a:t>
            </a:r>
          </a:p>
          <a:p>
            <a:pPr lvl="2"/>
            <a:r>
              <a:rPr lang="zh-HK" altLang="en-US" dirty="0"/>
              <a:t>第三層</a:t>
            </a:r>
          </a:p>
          <a:p>
            <a:pPr lvl="3"/>
            <a:r>
              <a:rPr lang="zh-HK" altLang="en-US" dirty="0"/>
              <a:t>第四層</a:t>
            </a:r>
          </a:p>
          <a:p>
            <a:pPr lvl="4"/>
            <a:r>
              <a:rPr lang="zh-HK" altLang="en-US" dirty="0"/>
              <a:t>第五層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5" name="頁腳預留位置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預留位置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4" name="頁腳預留位置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7" name="內容預留位置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HK" altLang="en-US" dirty="0"/>
              <a:t>按一下以編輯母片文字樣式</a:t>
            </a:r>
          </a:p>
          <a:p>
            <a:pPr lvl="1"/>
            <a:r>
              <a:rPr lang="zh-HK" altLang="en-US" dirty="0"/>
              <a:t>第二層</a:t>
            </a:r>
          </a:p>
          <a:p>
            <a:pPr lvl="2"/>
            <a:r>
              <a:rPr lang="zh-HK" altLang="en-US" dirty="0"/>
              <a:t>第三層</a:t>
            </a:r>
          </a:p>
          <a:p>
            <a:pPr lvl="3"/>
            <a:r>
              <a:rPr lang="zh-HK" altLang="en-US" dirty="0"/>
              <a:t>第四層</a:t>
            </a:r>
          </a:p>
          <a:p>
            <a:pPr lvl="4"/>
            <a:r>
              <a:rPr lang="zh-HK" altLang="en-US" dirty="0"/>
              <a:t>第五層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預留位置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4" name="頁腳預留位置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2" name="標題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HK" altLang="en-US"/>
              <a:t>按一下以編輯標題</a:t>
            </a:r>
          </a:p>
        </p:txBody>
      </p:sp>
      <p:sp>
        <p:nvSpPr>
          <p:cNvPr id="7" name="文字預留位置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HK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預留位置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HK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HK" altLang="en-US" dirty="0"/>
              <a:t>按一下以編輯母片文字樣式</a:t>
            </a:r>
          </a:p>
          <a:p>
            <a:pPr lvl="1"/>
            <a:r>
              <a:rPr lang="zh-HK" altLang="en-US" dirty="0"/>
              <a:t>第二層</a:t>
            </a:r>
          </a:p>
          <a:p>
            <a:pPr lvl="2"/>
            <a:r>
              <a:rPr lang="zh-HK" altLang="en-US" dirty="0"/>
              <a:t>第三層</a:t>
            </a:r>
          </a:p>
          <a:p>
            <a:pPr lvl="3"/>
            <a:r>
              <a:rPr lang="zh-HK" altLang="en-US" dirty="0"/>
              <a:t>第四層</a:t>
            </a:r>
          </a:p>
          <a:p>
            <a:pPr lvl="4"/>
            <a:r>
              <a:rPr lang="zh-HK" altLang="en-US" dirty="0"/>
              <a:t>第五層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HK" altLang="en-US" smtClean="0"/>
              <a:t>7/9/2026</a:t>
            </a:fld>
            <a:endParaRPr lang="zh-HK" altLang="en-US"/>
          </a:p>
        </p:txBody>
      </p:sp>
      <p:sp>
        <p:nvSpPr>
          <p:cNvPr id="5" name="頁腳預留位置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HK" altLang="en-US" smtClean="0"/>
              <a:t>‹#›</a:t>
            </a:fld>
            <a:endParaRPr lang="zh-HK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8345805" y="3618230"/>
            <a:ext cx="3240000" cy="3240000"/>
          </a:xfrm>
          <a:prstGeom prst="ellipse">
            <a:avLst/>
          </a:prstGeom>
          <a:gradFill>
            <a:gsLst>
              <a:gs pos="88000">
                <a:srgbClr val="7030A0"/>
              </a:gs>
              <a:gs pos="25000">
                <a:schemeClr val="accent1">
                  <a:lumMod val="75000"/>
                </a:schemeClr>
              </a:gs>
              <a:gs pos="73000">
                <a:schemeClr val="accent1">
                  <a:lumMod val="75000"/>
                </a:schemeClr>
              </a:gs>
              <a:gs pos="10000">
                <a:schemeClr val="bg1"/>
              </a:gs>
            </a:gsLst>
            <a:lin ang="7800000" scaled="0"/>
          </a:gradFill>
          <a:ln w="92075">
            <a:gradFill>
              <a:gsLst>
                <a:gs pos="6000">
                  <a:srgbClr val="FF0000"/>
                </a:gs>
                <a:gs pos="25000">
                  <a:srgbClr val="FFC000"/>
                </a:gs>
                <a:gs pos="69000">
                  <a:srgbClr val="00B0F0"/>
                </a:gs>
                <a:gs pos="85000">
                  <a:srgbClr val="00B050"/>
                </a:gs>
                <a:gs pos="48000">
                  <a:srgbClr val="FFFF00"/>
                </a:gs>
                <a:gs pos="100000">
                  <a:srgbClr val="7030A0"/>
                </a:gs>
              </a:gsLst>
              <a:lin ang="444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0" b="1">
              <a:solidFill>
                <a:schemeClr val="accent5">
                  <a:lumMod val="50000"/>
                </a:schemeClr>
              </a:solidFill>
              <a:latin typeface="標楷體" panose="03000509000000000000" charset="-120"/>
              <a:ea typeface="標楷體" panose="03000509000000000000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592045" y="3380060"/>
            <a:ext cx="2747010" cy="3477895"/>
          </a:xfrm>
        </p:spPr>
        <p:txBody>
          <a:bodyPr wrap="none">
            <a:spAutoFit/>
          </a:bodyPr>
          <a:lstStyle/>
          <a:p>
            <a:pPr algn="ctr"/>
            <a:r>
              <a:rPr lang="zh-TW" altLang="zh-HK" sz="20000" b="1" dirty="0">
                <a:solidFill>
                  <a:srgbClr val="FAFAFA"/>
                </a:solidFill>
                <a:latin typeface="標楷體" panose="03000509000000000000" charset="-120"/>
                <a:ea typeface="標楷體" panose="03000509000000000000" charset="-120"/>
              </a:rPr>
              <a:t>仁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C4482227-3512-9FD2-45A1-0573E8C0664E}"/>
              </a:ext>
            </a:extLst>
          </p:cNvPr>
          <p:cNvGrpSpPr/>
          <p:nvPr/>
        </p:nvGrpSpPr>
        <p:grpSpPr>
          <a:xfrm>
            <a:off x="4984179" y="1402058"/>
            <a:ext cx="2473674" cy="2026942"/>
            <a:chOff x="5842880" y="1237245"/>
            <a:chExt cx="2473674" cy="2026942"/>
          </a:xfrm>
        </p:grpSpPr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48CD69A2-17C5-3192-6461-0E16956DE80E}"/>
                </a:ext>
              </a:extLst>
            </p:cNvPr>
            <p:cNvSpPr/>
            <p:nvPr/>
          </p:nvSpPr>
          <p:spPr>
            <a:xfrm>
              <a:off x="5842880" y="1237245"/>
              <a:ext cx="941001" cy="2026942"/>
            </a:xfrm>
            <a:custGeom>
              <a:avLst/>
              <a:gdLst/>
              <a:ahLst/>
              <a:cxnLst/>
              <a:rect l="l" t="t" r="r" b="b"/>
              <a:pathLst>
                <a:path w="941001" h="2026942">
                  <a:moveTo>
                    <a:pt x="727336" y="0"/>
                  </a:moveTo>
                  <a:cubicBezTo>
                    <a:pt x="751551" y="0"/>
                    <a:pt x="784109" y="11668"/>
                    <a:pt x="825010" y="35003"/>
                  </a:cubicBezTo>
                  <a:cubicBezTo>
                    <a:pt x="902337" y="85658"/>
                    <a:pt x="941001" y="132186"/>
                    <a:pt x="941001" y="174588"/>
                  </a:cubicBezTo>
                  <a:cubicBezTo>
                    <a:pt x="941001" y="196759"/>
                    <a:pt x="926888" y="219589"/>
                    <a:pt x="898664" y="243080"/>
                  </a:cubicBezTo>
                  <a:cubicBezTo>
                    <a:pt x="879856" y="269830"/>
                    <a:pt x="853235" y="310046"/>
                    <a:pt x="818801" y="363727"/>
                  </a:cubicBezTo>
                  <a:cubicBezTo>
                    <a:pt x="769854" y="461996"/>
                    <a:pt x="720034" y="551696"/>
                    <a:pt x="669341" y="632826"/>
                  </a:cubicBezTo>
                  <a:lnTo>
                    <a:pt x="631613" y="691360"/>
                  </a:lnTo>
                  <a:lnTo>
                    <a:pt x="634604" y="694469"/>
                  </a:lnTo>
                  <a:cubicBezTo>
                    <a:pt x="640031" y="700312"/>
                    <a:pt x="645666" y="706573"/>
                    <a:pt x="651510" y="713251"/>
                  </a:cubicBezTo>
                  <a:cubicBezTo>
                    <a:pt x="704053" y="780876"/>
                    <a:pt x="730324" y="827728"/>
                    <a:pt x="730324" y="853805"/>
                  </a:cubicBezTo>
                  <a:cubicBezTo>
                    <a:pt x="730324" y="864852"/>
                    <a:pt x="724775" y="896802"/>
                    <a:pt x="713677" y="949655"/>
                  </a:cubicBezTo>
                  <a:cubicBezTo>
                    <a:pt x="703691" y="1002405"/>
                    <a:pt x="698698" y="1144447"/>
                    <a:pt x="698698" y="1375782"/>
                  </a:cubicBezTo>
                  <a:lnTo>
                    <a:pt x="691092" y="1770165"/>
                  </a:lnTo>
                  <a:cubicBezTo>
                    <a:pt x="691092" y="1823846"/>
                    <a:pt x="680110" y="1881602"/>
                    <a:pt x="658146" y="1943432"/>
                  </a:cubicBezTo>
                  <a:cubicBezTo>
                    <a:pt x="641175" y="1999106"/>
                    <a:pt x="617154" y="2026942"/>
                    <a:pt x="586083" y="2026942"/>
                  </a:cubicBezTo>
                  <a:cubicBezTo>
                    <a:pt x="551520" y="2026942"/>
                    <a:pt x="522558" y="1996764"/>
                    <a:pt x="499197" y="1936409"/>
                  </a:cubicBezTo>
                  <a:cubicBezTo>
                    <a:pt x="465721" y="1860142"/>
                    <a:pt x="448982" y="1803589"/>
                    <a:pt x="448982" y="1766750"/>
                  </a:cubicBezTo>
                  <a:cubicBezTo>
                    <a:pt x="451570" y="1751434"/>
                    <a:pt x="460779" y="1714582"/>
                    <a:pt x="476612" y="1656192"/>
                  </a:cubicBezTo>
                  <a:cubicBezTo>
                    <a:pt x="512081" y="1547717"/>
                    <a:pt x="529815" y="1315219"/>
                    <a:pt x="529815" y="958697"/>
                  </a:cubicBezTo>
                  <a:cubicBezTo>
                    <a:pt x="529815" y="936474"/>
                    <a:pt x="528908" y="914225"/>
                    <a:pt x="527094" y="891949"/>
                  </a:cubicBezTo>
                  <a:lnTo>
                    <a:pt x="521047" y="842395"/>
                  </a:lnTo>
                  <a:lnTo>
                    <a:pt x="514642" y="850507"/>
                  </a:lnTo>
                  <a:cubicBezTo>
                    <a:pt x="423138" y="969175"/>
                    <a:pt x="320587" y="1069397"/>
                    <a:pt x="206990" y="1151174"/>
                  </a:cubicBezTo>
                  <a:cubicBezTo>
                    <a:pt x="127955" y="1209046"/>
                    <a:pt x="73330" y="1237982"/>
                    <a:pt x="43113" y="1237982"/>
                  </a:cubicBezTo>
                  <a:cubicBezTo>
                    <a:pt x="14371" y="1237982"/>
                    <a:pt x="0" y="1226664"/>
                    <a:pt x="0" y="1204027"/>
                  </a:cubicBezTo>
                  <a:cubicBezTo>
                    <a:pt x="0" y="1186073"/>
                    <a:pt x="13129" y="1167744"/>
                    <a:pt x="39388" y="1149039"/>
                  </a:cubicBezTo>
                  <a:cubicBezTo>
                    <a:pt x="139895" y="1050318"/>
                    <a:pt x="241553" y="929839"/>
                    <a:pt x="344362" y="787602"/>
                  </a:cubicBezTo>
                  <a:cubicBezTo>
                    <a:pt x="437160" y="659621"/>
                    <a:pt x="522093" y="513052"/>
                    <a:pt x="599161" y="347894"/>
                  </a:cubicBezTo>
                  <a:cubicBezTo>
                    <a:pt x="646167" y="249534"/>
                    <a:pt x="669671" y="158289"/>
                    <a:pt x="669671" y="74158"/>
                  </a:cubicBezTo>
                  <a:cubicBezTo>
                    <a:pt x="669671" y="24720"/>
                    <a:pt x="688893" y="0"/>
                    <a:pt x="72733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EA662C18-2F59-2FAE-4C81-3A0A46DCEF67}"/>
                </a:ext>
              </a:extLst>
            </p:cNvPr>
            <p:cNvSpPr/>
            <p:nvPr/>
          </p:nvSpPr>
          <p:spPr>
            <a:xfrm>
              <a:off x="6978685" y="1728093"/>
              <a:ext cx="1016440" cy="292751"/>
            </a:xfrm>
            <a:custGeom>
              <a:avLst/>
              <a:gdLst/>
              <a:ahLst/>
              <a:cxnLst/>
              <a:rect l="l" t="t" r="r" b="b"/>
              <a:pathLst>
                <a:path w="1016440" h="292751">
                  <a:moveTo>
                    <a:pt x="788223" y="0"/>
                  </a:moveTo>
                  <a:cubicBezTo>
                    <a:pt x="801676" y="0"/>
                    <a:pt x="839097" y="11189"/>
                    <a:pt x="900488" y="33567"/>
                  </a:cubicBezTo>
                  <a:cubicBezTo>
                    <a:pt x="977789" y="82048"/>
                    <a:pt x="1016440" y="120997"/>
                    <a:pt x="1016440" y="150411"/>
                  </a:cubicBezTo>
                  <a:cubicBezTo>
                    <a:pt x="1012740" y="190278"/>
                    <a:pt x="971813" y="211492"/>
                    <a:pt x="893658" y="214053"/>
                  </a:cubicBezTo>
                  <a:cubicBezTo>
                    <a:pt x="797265" y="216614"/>
                    <a:pt x="685258" y="225138"/>
                    <a:pt x="557639" y="239626"/>
                  </a:cubicBezTo>
                  <a:cubicBezTo>
                    <a:pt x="485849" y="247465"/>
                    <a:pt x="394099" y="261952"/>
                    <a:pt x="282390" y="283088"/>
                  </a:cubicBezTo>
                  <a:cubicBezTo>
                    <a:pt x="254113" y="289530"/>
                    <a:pt x="235991" y="292751"/>
                    <a:pt x="228023" y="292751"/>
                  </a:cubicBezTo>
                  <a:cubicBezTo>
                    <a:pt x="181249" y="292751"/>
                    <a:pt x="135976" y="281174"/>
                    <a:pt x="92203" y="258020"/>
                  </a:cubicBezTo>
                  <a:cubicBezTo>
                    <a:pt x="30734" y="233132"/>
                    <a:pt x="0" y="205800"/>
                    <a:pt x="0" y="176023"/>
                  </a:cubicBezTo>
                  <a:cubicBezTo>
                    <a:pt x="0" y="154576"/>
                    <a:pt x="26220" y="138213"/>
                    <a:pt x="78660" y="126934"/>
                  </a:cubicBezTo>
                  <a:cubicBezTo>
                    <a:pt x="323628" y="89189"/>
                    <a:pt x="521964" y="54277"/>
                    <a:pt x="673668" y="22197"/>
                  </a:cubicBezTo>
                  <a:cubicBezTo>
                    <a:pt x="733662" y="7399"/>
                    <a:pt x="771847" y="0"/>
                    <a:pt x="788223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4DEE273E-BD3E-366B-0F0D-690230A6942B}"/>
                </a:ext>
              </a:extLst>
            </p:cNvPr>
            <p:cNvSpPr/>
            <p:nvPr/>
          </p:nvSpPr>
          <p:spPr>
            <a:xfrm>
              <a:off x="6783881" y="2453916"/>
              <a:ext cx="1532673" cy="329694"/>
            </a:xfrm>
            <a:custGeom>
              <a:avLst/>
              <a:gdLst/>
              <a:ahLst/>
              <a:cxnLst/>
              <a:rect l="l" t="t" r="r" b="b"/>
              <a:pathLst>
                <a:path w="1532673" h="329694">
                  <a:moveTo>
                    <a:pt x="1291068" y="0"/>
                  </a:moveTo>
                  <a:cubicBezTo>
                    <a:pt x="1305194" y="0"/>
                    <a:pt x="1344452" y="11733"/>
                    <a:pt x="1408844" y="35197"/>
                  </a:cubicBezTo>
                  <a:cubicBezTo>
                    <a:pt x="1491397" y="86964"/>
                    <a:pt x="1532673" y="128202"/>
                    <a:pt x="1532673" y="158910"/>
                  </a:cubicBezTo>
                  <a:cubicBezTo>
                    <a:pt x="1528844" y="200277"/>
                    <a:pt x="1485783" y="222306"/>
                    <a:pt x="1403489" y="224996"/>
                  </a:cubicBezTo>
                  <a:cubicBezTo>
                    <a:pt x="1232691" y="228463"/>
                    <a:pt x="1036321" y="239807"/>
                    <a:pt x="814378" y="259029"/>
                  </a:cubicBezTo>
                  <a:cubicBezTo>
                    <a:pt x="691907" y="269248"/>
                    <a:pt x="527914" y="289155"/>
                    <a:pt x="322399" y="318751"/>
                  </a:cubicBezTo>
                  <a:cubicBezTo>
                    <a:pt x="280307" y="326046"/>
                    <a:pt x="253363" y="329694"/>
                    <a:pt x="241566" y="329694"/>
                  </a:cubicBezTo>
                  <a:cubicBezTo>
                    <a:pt x="191947" y="329694"/>
                    <a:pt x="143349" y="317108"/>
                    <a:pt x="95773" y="291936"/>
                  </a:cubicBezTo>
                  <a:cubicBezTo>
                    <a:pt x="31925" y="266117"/>
                    <a:pt x="0" y="237750"/>
                    <a:pt x="0" y="206835"/>
                  </a:cubicBezTo>
                  <a:cubicBezTo>
                    <a:pt x="0" y="184845"/>
                    <a:pt x="27164" y="168016"/>
                    <a:pt x="81492" y="156349"/>
                  </a:cubicBezTo>
                  <a:cubicBezTo>
                    <a:pt x="497904" y="110066"/>
                    <a:pt x="838891" y="66695"/>
                    <a:pt x="1104451" y="26233"/>
                  </a:cubicBezTo>
                  <a:cubicBezTo>
                    <a:pt x="1202708" y="8745"/>
                    <a:pt x="1264913" y="0"/>
                    <a:pt x="1291068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06F8E624-18F6-FDCF-D0FC-2FFE7E8EF11C}"/>
              </a:ext>
            </a:extLst>
          </p:cNvPr>
          <p:cNvSpPr/>
          <p:nvPr/>
        </p:nvSpPr>
        <p:spPr>
          <a:xfrm>
            <a:off x="340112" y="189000"/>
            <a:ext cx="3240000" cy="3240000"/>
          </a:xfrm>
          <a:prstGeom prst="ellipse">
            <a:avLst/>
          </a:prstGeom>
          <a:gradFill>
            <a:gsLst>
              <a:gs pos="88000">
                <a:srgbClr val="0070C0"/>
              </a:gs>
              <a:gs pos="25000">
                <a:srgbClr val="00B0F0"/>
              </a:gs>
              <a:gs pos="73000">
                <a:srgbClr val="00B0F0"/>
              </a:gs>
              <a:gs pos="10000">
                <a:schemeClr val="bg1"/>
              </a:gs>
            </a:gsLst>
            <a:lin ang="7800000" scaled="0"/>
          </a:gradFill>
          <a:ln w="920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sz="20000" b="1">
              <a:solidFill>
                <a:schemeClr val="accent5">
                  <a:lumMod val="50000"/>
                </a:schemeClr>
              </a:solidFill>
              <a:latin typeface="標楷體" panose="03000509000000000000" charset="-120"/>
              <a:ea typeface="標楷體" panose="03000509000000000000" charset="-120"/>
            </a:endParaRPr>
          </a:p>
        </p:txBody>
      </p:sp>
      <p:sp>
        <p:nvSpPr>
          <p:cNvPr id="18" name="手繪多邊形: 圖案 17">
            <a:extLst>
              <a:ext uri="{FF2B5EF4-FFF2-40B4-BE49-F238E27FC236}">
                <a16:creationId xmlns:a16="http://schemas.microsoft.com/office/drawing/2014/main" id="{0A5D89D8-AB2B-0AD9-AA4E-4342EFC036E5}"/>
              </a:ext>
            </a:extLst>
          </p:cNvPr>
          <p:cNvSpPr/>
          <p:nvPr/>
        </p:nvSpPr>
        <p:spPr>
          <a:xfrm>
            <a:off x="8316554" y="3110230"/>
            <a:ext cx="3240000" cy="3240000"/>
          </a:xfrm>
          <a:custGeom>
            <a:avLst/>
            <a:gdLst>
              <a:gd name="csX0" fmla="*/ 1620000 w 3240000"/>
              <a:gd name="csY0" fmla="*/ 0 h 3240000"/>
              <a:gd name="csX1" fmla="*/ 3240000 w 3240000"/>
              <a:gd name="csY1" fmla="*/ 1620000 h 3240000"/>
              <a:gd name="csX2" fmla="*/ 1620000 w 3240000"/>
              <a:gd name="csY2" fmla="*/ 3240000 h 3240000"/>
              <a:gd name="csX3" fmla="*/ 0 w 3240000"/>
              <a:gd name="csY3" fmla="*/ 1620000 h 3240000"/>
              <a:gd name="csX4" fmla="*/ 1620000 w 3240000"/>
              <a:gd name="csY4" fmla="*/ 0 h 3240000"/>
              <a:gd name="csX5" fmla="*/ 1141811 w 3240000"/>
              <a:gd name="csY5" fmla="*/ 560745 h 3240000"/>
              <a:gd name="csX6" fmla="*/ 1083387 w 3240000"/>
              <a:gd name="csY6" fmla="*/ 634410 h 3240000"/>
              <a:gd name="csX7" fmla="*/ 1013532 w 3240000"/>
              <a:gd name="csY7" fmla="*/ 908115 h 3240000"/>
              <a:gd name="csX8" fmla="*/ 758879 w 3240000"/>
              <a:gd name="csY8" fmla="*/ 1346931 h 3240000"/>
              <a:gd name="csX9" fmla="*/ 454057 w 3240000"/>
              <a:gd name="csY9" fmla="*/ 1708271 h 3240000"/>
              <a:gd name="csX10" fmla="*/ 414685 w 3240000"/>
              <a:gd name="csY10" fmla="*/ 1762885 h 3240000"/>
              <a:gd name="csX11" fmla="*/ 458503 w 3240000"/>
              <a:gd name="csY11" fmla="*/ 1797178 h 3240000"/>
              <a:gd name="csX12" fmla="*/ 621074 w 3240000"/>
              <a:gd name="csY12" fmla="*/ 1710812 h 3240000"/>
              <a:gd name="csX13" fmla="*/ 927801 w 3240000"/>
              <a:gd name="csY13" fmla="*/ 1413611 h 3240000"/>
              <a:gd name="csX14" fmla="*/ 936057 w 3240000"/>
              <a:gd name="csY14" fmla="*/ 1402815 h 3240000"/>
              <a:gd name="csX15" fmla="*/ 937962 w 3240000"/>
              <a:gd name="csY15" fmla="*/ 1418056 h 3240000"/>
              <a:gd name="csX16" fmla="*/ 943677 w 3240000"/>
              <a:gd name="csY16" fmla="*/ 1517758 h 3240000"/>
              <a:gd name="csX17" fmla="*/ 890968 w 3240000"/>
              <a:gd name="csY17" fmla="*/ 2214402 h 3240000"/>
              <a:gd name="csX18" fmla="*/ 863026 w 3240000"/>
              <a:gd name="csY18" fmla="*/ 2324900 h 3240000"/>
              <a:gd name="csX19" fmla="*/ 913195 w 3240000"/>
              <a:gd name="csY19" fmla="*/ 2494457 h 3240000"/>
              <a:gd name="csX20" fmla="*/ 1000831 w 3240000"/>
              <a:gd name="csY20" fmla="*/ 2585269 h 3240000"/>
              <a:gd name="csX21" fmla="*/ 1070686 w 3240000"/>
              <a:gd name="csY21" fmla="*/ 2502078 h 3240000"/>
              <a:gd name="csX22" fmla="*/ 1103709 w 3240000"/>
              <a:gd name="csY22" fmla="*/ 2331251 h 3240000"/>
              <a:gd name="csX23" fmla="*/ 1111329 w 3240000"/>
              <a:gd name="csY23" fmla="*/ 1936253 h 3240000"/>
              <a:gd name="csX24" fmla="*/ 1125935 w 3240000"/>
              <a:gd name="csY24" fmla="*/ 1509502 h 3240000"/>
              <a:gd name="csX25" fmla="*/ 1143081 w 3240000"/>
              <a:gd name="csY25" fmla="*/ 1412975 h 3240000"/>
              <a:gd name="csX26" fmla="*/ 1064336 w 3240000"/>
              <a:gd name="csY26" fmla="*/ 1271995 h 3240000"/>
              <a:gd name="csX27" fmla="*/ 1047189 w 3240000"/>
              <a:gd name="csY27" fmla="*/ 1253579 h 3240000"/>
              <a:gd name="csX28" fmla="*/ 1045284 w 3240000"/>
              <a:gd name="csY28" fmla="*/ 1251039 h 3240000"/>
              <a:gd name="csX29" fmla="*/ 1062431 w 3240000"/>
              <a:gd name="csY29" fmla="*/ 1224367 h 3240000"/>
              <a:gd name="csX30" fmla="*/ 1229447 w 3240000"/>
              <a:gd name="csY30" fmla="*/ 924626 h 3240000"/>
              <a:gd name="csX31" fmla="*/ 1310733 w 3240000"/>
              <a:gd name="csY31" fmla="*/ 804602 h 3240000"/>
              <a:gd name="csX32" fmla="*/ 1353281 w 3240000"/>
              <a:gd name="csY32" fmla="*/ 734747 h 3240000"/>
              <a:gd name="csX33" fmla="*/ 1237703 w 3240000"/>
              <a:gd name="csY33" fmla="*/ 595037 h 3240000"/>
              <a:gd name="csX34" fmla="*/ 1141811 w 3240000"/>
              <a:gd name="csY34" fmla="*/ 560745 h 3240000"/>
              <a:gd name="csX35" fmla="*/ 2164234 w 3240000"/>
              <a:gd name="csY35" fmla="*/ 1131651 h 3240000"/>
              <a:gd name="csX36" fmla="*/ 2049291 w 3240000"/>
              <a:gd name="csY36" fmla="*/ 1154512 h 3240000"/>
              <a:gd name="csX37" fmla="*/ 1455524 w 3240000"/>
              <a:gd name="csY37" fmla="*/ 1258660 h 3240000"/>
              <a:gd name="csX38" fmla="*/ 1376778 w 3240000"/>
              <a:gd name="csY38" fmla="*/ 1307558 h 3240000"/>
              <a:gd name="csX39" fmla="*/ 1467589 w 3240000"/>
              <a:gd name="csY39" fmla="*/ 1389479 h 3240000"/>
              <a:gd name="csX40" fmla="*/ 1604759 w 3240000"/>
              <a:gd name="csY40" fmla="*/ 1425041 h 3240000"/>
              <a:gd name="csX41" fmla="*/ 1658738 w 3240000"/>
              <a:gd name="csY41" fmla="*/ 1415516 h 3240000"/>
              <a:gd name="csX42" fmla="*/ 1946413 w 3240000"/>
              <a:gd name="csY42" fmla="*/ 1370427 h 3240000"/>
              <a:gd name="csX43" fmla="*/ 2270921 w 3240000"/>
              <a:gd name="csY43" fmla="*/ 1346296 h 3240000"/>
              <a:gd name="csX44" fmla="*/ 2390310 w 3240000"/>
              <a:gd name="csY44" fmla="*/ 1282156 h 3240000"/>
              <a:gd name="csX45" fmla="*/ 2274097 w 3240000"/>
              <a:gd name="csY45" fmla="*/ 1164673 h 3240000"/>
              <a:gd name="csX46" fmla="*/ 2164234 w 3240000"/>
              <a:gd name="csY46" fmla="*/ 1131651 h 3240000"/>
              <a:gd name="csX47" fmla="*/ 2471596 w 3240000"/>
              <a:gd name="csY47" fmla="*/ 1856872 h 3240000"/>
              <a:gd name="csX48" fmla="*/ 2285527 w 3240000"/>
              <a:gd name="csY48" fmla="*/ 1882909 h 3240000"/>
              <a:gd name="csX49" fmla="*/ 1263740 w 3240000"/>
              <a:gd name="csY49" fmla="*/ 2013093 h 3240000"/>
              <a:gd name="csX50" fmla="*/ 1181819 w 3240000"/>
              <a:gd name="csY50" fmla="*/ 2063262 h 3240000"/>
              <a:gd name="csX51" fmla="*/ 1278346 w 3240000"/>
              <a:gd name="csY51" fmla="*/ 2148993 h 3240000"/>
              <a:gd name="csX52" fmla="*/ 1423771 w 3240000"/>
              <a:gd name="csY52" fmla="*/ 2186460 h 3240000"/>
              <a:gd name="csX53" fmla="*/ 1503787 w 3240000"/>
              <a:gd name="csY53" fmla="*/ 2175665 h 3240000"/>
              <a:gd name="csX54" fmla="*/ 1995947 w 3240000"/>
              <a:gd name="csY54" fmla="*/ 2115970 h 3240000"/>
              <a:gd name="csX55" fmla="*/ 2584634 w 3240000"/>
              <a:gd name="csY55" fmla="*/ 2081678 h 3240000"/>
              <a:gd name="csX56" fmla="*/ 2711008 w 3240000"/>
              <a:gd name="csY56" fmla="*/ 2015633 h 3240000"/>
              <a:gd name="csX57" fmla="*/ 2587809 w 3240000"/>
              <a:gd name="csY57" fmla="*/ 1891799 h 3240000"/>
              <a:gd name="csX58" fmla="*/ 2471596 w 3240000"/>
              <a:gd name="csY58" fmla="*/ 1856872 h 324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3240000" h="3240000">
                <a:moveTo>
                  <a:pt x="1620000" y="0"/>
                </a:moveTo>
                <a:cubicBezTo>
                  <a:pt x="2514779" y="0"/>
                  <a:pt x="3240000" y="725222"/>
                  <a:pt x="3240000" y="1620000"/>
                </a:cubicBezTo>
                <a:cubicBezTo>
                  <a:pt x="3240000" y="2514779"/>
                  <a:pt x="2514779" y="3240000"/>
                  <a:pt x="1620000" y="3240000"/>
                </a:cubicBezTo>
                <a:cubicBezTo>
                  <a:pt x="725222" y="3240000"/>
                  <a:pt x="0" y="2514779"/>
                  <a:pt x="0" y="1620000"/>
                </a:cubicBezTo>
                <a:cubicBezTo>
                  <a:pt x="0" y="725222"/>
                  <a:pt x="725222" y="0"/>
                  <a:pt x="1620000" y="0"/>
                </a:cubicBezTo>
                <a:close/>
                <a:moveTo>
                  <a:pt x="1141811" y="560745"/>
                </a:moveTo>
                <a:cubicBezTo>
                  <a:pt x="1103073" y="560745"/>
                  <a:pt x="1083387" y="585512"/>
                  <a:pt x="1083387" y="634410"/>
                </a:cubicBezTo>
                <a:cubicBezTo>
                  <a:pt x="1083387" y="718871"/>
                  <a:pt x="1059890" y="809683"/>
                  <a:pt x="1013532" y="908115"/>
                </a:cubicBezTo>
                <a:cubicBezTo>
                  <a:pt x="936057" y="1073226"/>
                  <a:pt x="851596" y="1219287"/>
                  <a:pt x="758879" y="1346931"/>
                </a:cubicBezTo>
                <a:cubicBezTo>
                  <a:pt x="656002" y="1489181"/>
                  <a:pt x="554395" y="1609839"/>
                  <a:pt x="454057" y="1708271"/>
                </a:cubicBezTo>
                <a:cubicBezTo>
                  <a:pt x="428021" y="1727323"/>
                  <a:pt x="414685" y="1745104"/>
                  <a:pt x="414685" y="1762885"/>
                </a:cubicBezTo>
                <a:cubicBezTo>
                  <a:pt x="414685" y="1785747"/>
                  <a:pt x="429291" y="1797178"/>
                  <a:pt x="458503" y="1797178"/>
                </a:cubicBezTo>
                <a:cubicBezTo>
                  <a:pt x="487715" y="1797178"/>
                  <a:pt x="541694" y="1768601"/>
                  <a:pt x="621074" y="1710812"/>
                </a:cubicBezTo>
                <a:cubicBezTo>
                  <a:pt x="733477" y="1629526"/>
                  <a:pt x="835719" y="1530459"/>
                  <a:pt x="927801" y="1413611"/>
                </a:cubicBezTo>
                <a:lnTo>
                  <a:pt x="936057" y="1402815"/>
                </a:lnTo>
                <a:lnTo>
                  <a:pt x="937962" y="1418056"/>
                </a:lnTo>
                <a:cubicBezTo>
                  <a:pt x="941772" y="1451078"/>
                  <a:pt x="943677" y="1484736"/>
                  <a:pt x="943677" y="1517758"/>
                </a:cubicBezTo>
                <a:cubicBezTo>
                  <a:pt x="943677" y="1874018"/>
                  <a:pt x="925896" y="2106445"/>
                  <a:pt x="890968" y="2214402"/>
                </a:cubicBezTo>
                <a:cubicBezTo>
                  <a:pt x="875092" y="2272826"/>
                  <a:pt x="865567" y="2309659"/>
                  <a:pt x="863026" y="2324900"/>
                </a:cubicBezTo>
                <a:cubicBezTo>
                  <a:pt x="863026" y="2361733"/>
                  <a:pt x="880173" y="2418252"/>
                  <a:pt x="913195" y="2494457"/>
                </a:cubicBezTo>
                <a:cubicBezTo>
                  <a:pt x="936692" y="2554786"/>
                  <a:pt x="965904" y="2585269"/>
                  <a:pt x="1000831" y="2585269"/>
                </a:cubicBezTo>
                <a:cubicBezTo>
                  <a:pt x="1030678" y="2585269"/>
                  <a:pt x="1053540" y="2557327"/>
                  <a:pt x="1070686" y="2502078"/>
                </a:cubicBezTo>
                <a:cubicBezTo>
                  <a:pt x="1092913" y="2440478"/>
                  <a:pt x="1103709" y="2383324"/>
                  <a:pt x="1103709" y="2331251"/>
                </a:cubicBezTo>
                <a:lnTo>
                  <a:pt x="1111329" y="1936253"/>
                </a:lnTo>
                <a:cubicBezTo>
                  <a:pt x="1111329" y="1704461"/>
                  <a:pt x="1116409" y="1562211"/>
                  <a:pt x="1125935" y="1509502"/>
                </a:cubicBezTo>
                <a:cubicBezTo>
                  <a:pt x="1137366" y="1456794"/>
                  <a:pt x="1143081" y="1424406"/>
                  <a:pt x="1143081" y="1412975"/>
                </a:cubicBezTo>
                <a:cubicBezTo>
                  <a:pt x="1143081" y="1386939"/>
                  <a:pt x="1116409" y="1339945"/>
                  <a:pt x="1064336" y="1271995"/>
                </a:cubicBezTo>
                <a:cubicBezTo>
                  <a:pt x="1057985" y="1265645"/>
                  <a:pt x="1052905" y="1259295"/>
                  <a:pt x="1047189" y="1253579"/>
                </a:cubicBezTo>
                <a:lnTo>
                  <a:pt x="1045284" y="1251039"/>
                </a:lnTo>
                <a:lnTo>
                  <a:pt x="1062431" y="1224367"/>
                </a:lnTo>
                <a:cubicBezTo>
                  <a:pt x="1119585" y="1135461"/>
                  <a:pt x="1174834" y="1035124"/>
                  <a:pt x="1229447" y="924626"/>
                </a:cubicBezTo>
                <a:cubicBezTo>
                  <a:pt x="1265010" y="871282"/>
                  <a:pt x="1291682" y="831274"/>
                  <a:pt x="1310733" y="804602"/>
                </a:cubicBezTo>
                <a:cubicBezTo>
                  <a:pt x="1338675" y="781106"/>
                  <a:pt x="1353281" y="757609"/>
                  <a:pt x="1353281" y="734747"/>
                </a:cubicBezTo>
                <a:cubicBezTo>
                  <a:pt x="1353281" y="692199"/>
                  <a:pt x="1314544" y="645841"/>
                  <a:pt x="1237703" y="595037"/>
                </a:cubicBezTo>
                <a:cubicBezTo>
                  <a:pt x="1197060" y="572176"/>
                  <a:pt x="1165308" y="560745"/>
                  <a:pt x="1141811" y="560745"/>
                </a:cubicBezTo>
                <a:close/>
                <a:moveTo>
                  <a:pt x="2164234" y="1131651"/>
                </a:moveTo>
                <a:cubicBezTo>
                  <a:pt x="2147723" y="1131651"/>
                  <a:pt x="2109620" y="1139271"/>
                  <a:pt x="2049291" y="1154512"/>
                </a:cubicBezTo>
                <a:cubicBezTo>
                  <a:pt x="1898150" y="1186264"/>
                  <a:pt x="1700016" y="1221192"/>
                  <a:pt x="1455524" y="1258660"/>
                </a:cubicBezTo>
                <a:cubicBezTo>
                  <a:pt x="1402815" y="1270090"/>
                  <a:pt x="1376778" y="1286602"/>
                  <a:pt x="1376778" y="1307558"/>
                </a:cubicBezTo>
                <a:cubicBezTo>
                  <a:pt x="1376778" y="1337405"/>
                  <a:pt x="1406625" y="1364712"/>
                  <a:pt x="1467589" y="1389479"/>
                </a:cubicBezTo>
                <a:cubicBezTo>
                  <a:pt x="1512043" y="1412975"/>
                  <a:pt x="1557766" y="1425041"/>
                  <a:pt x="1604759" y="1425041"/>
                </a:cubicBezTo>
                <a:cubicBezTo>
                  <a:pt x="1612380" y="1425041"/>
                  <a:pt x="1630161" y="1421866"/>
                  <a:pt x="1658738" y="1415516"/>
                </a:cubicBezTo>
                <a:cubicBezTo>
                  <a:pt x="1769871" y="1393924"/>
                  <a:pt x="1865763" y="1379318"/>
                  <a:pt x="1946413" y="1370427"/>
                </a:cubicBezTo>
                <a:cubicBezTo>
                  <a:pt x="2065167" y="1357092"/>
                  <a:pt x="2173759" y="1348836"/>
                  <a:pt x="2270921" y="1346296"/>
                </a:cubicBezTo>
                <a:cubicBezTo>
                  <a:pt x="2347127" y="1343756"/>
                  <a:pt x="2386500" y="1322799"/>
                  <a:pt x="2390310" y="1282156"/>
                </a:cubicBezTo>
                <a:cubicBezTo>
                  <a:pt x="2390310" y="1252944"/>
                  <a:pt x="2351572" y="1213571"/>
                  <a:pt x="2274097" y="1164673"/>
                </a:cubicBezTo>
                <a:cubicBezTo>
                  <a:pt x="2213767" y="1143081"/>
                  <a:pt x="2177570" y="1131651"/>
                  <a:pt x="2164234" y="1131651"/>
                </a:cubicBezTo>
                <a:close/>
                <a:moveTo>
                  <a:pt x="2471596" y="1856872"/>
                </a:moveTo>
                <a:cubicBezTo>
                  <a:pt x="2445559" y="1856872"/>
                  <a:pt x="2383324" y="1865763"/>
                  <a:pt x="2285527" y="1882909"/>
                </a:cubicBezTo>
                <a:cubicBezTo>
                  <a:pt x="2020079" y="1923552"/>
                  <a:pt x="1679694" y="1966735"/>
                  <a:pt x="1263740" y="2013093"/>
                </a:cubicBezTo>
                <a:cubicBezTo>
                  <a:pt x="1209126" y="2024524"/>
                  <a:pt x="1181819" y="2041670"/>
                  <a:pt x="1181819" y="2063262"/>
                </a:cubicBezTo>
                <a:cubicBezTo>
                  <a:pt x="1181819" y="2094379"/>
                  <a:pt x="1214206" y="2122956"/>
                  <a:pt x="1278346" y="2148993"/>
                </a:cubicBezTo>
                <a:cubicBezTo>
                  <a:pt x="1325339" y="2173759"/>
                  <a:pt x="1374238" y="2186460"/>
                  <a:pt x="1423771" y="2186460"/>
                </a:cubicBezTo>
                <a:cubicBezTo>
                  <a:pt x="1435202" y="2186460"/>
                  <a:pt x="1461874" y="2182650"/>
                  <a:pt x="1503787" y="2175665"/>
                </a:cubicBezTo>
                <a:cubicBezTo>
                  <a:pt x="1708906" y="2146452"/>
                  <a:pt x="1872748" y="2126131"/>
                  <a:pt x="1995947" y="2115970"/>
                </a:cubicBezTo>
                <a:cubicBezTo>
                  <a:pt x="2217578" y="2096919"/>
                  <a:pt x="2413806" y="2085488"/>
                  <a:pt x="2584634" y="2081678"/>
                </a:cubicBezTo>
                <a:cubicBezTo>
                  <a:pt x="2665284" y="2079138"/>
                  <a:pt x="2707197" y="2057546"/>
                  <a:pt x="2711008" y="2015633"/>
                </a:cubicBezTo>
                <a:cubicBezTo>
                  <a:pt x="2711008" y="1984516"/>
                  <a:pt x="2670365" y="1943238"/>
                  <a:pt x="2587809" y="1891799"/>
                </a:cubicBezTo>
                <a:cubicBezTo>
                  <a:pt x="2524304" y="1868303"/>
                  <a:pt x="2485567" y="1856872"/>
                  <a:pt x="2471596" y="1856872"/>
                </a:cubicBezTo>
                <a:close/>
              </a:path>
            </a:pathLst>
          </a:custGeom>
          <a:gradFill>
            <a:gsLst>
              <a:gs pos="88000">
                <a:srgbClr val="0070C0"/>
              </a:gs>
              <a:gs pos="25000">
                <a:srgbClr val="00B0F0"/>
              </a:gs>
              <a:gs pos="73000">
                <a:srgbClr val="00B0F0"/>
              </a:gs>
              <a:gs pos="10000">
                <a:schemeClr val="bg1"/>
              </a:gs>
            </a:gsLst>
            <a:lin ang="7800000" scaled="0"/>
          </a:gradFill>
          <a:ln w="920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sz="20000" b="1">
              <a:solidFill>
                <a:schemeClr val="accent5">
                  <a:lumMod val="50000"/>
                </a:schemeClr>
              </a:solidFill>
              <a:latin typeface="標楷體" panose="03000509000000000000" charset="-120"/>
              <a:ea typeface="標楷體" panose="03000509000000000000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8D30058-9C45-D106-2E43-7A7272C9CA9E}"/>
              </a:ext>
            </a:extLst>
          </p:cNvPr>
          <p:cNvSpPr txBox="1"/>
          <p:nvPr/>
        </p:nvSpPr>
        <p:spPr>
          <a:xfrm>
            <a:off x="7136424" y="1055077"/>
            <a:ext cx="321430" cy="292752"/>
          </a:xfrm>
          <a:custGeom>
            <a:avLst/>
            <a:gdLst/>
            <a:ahLst/>
            <a:cxnLst/>
            <a:rect l="l" t="t" r="r" b="b"/>
            <a:pathLst>
              <a:path w="321430" h="292752">
                <a:moveTo>
                  <a:pt x="160715" y="0"/>
                </a:moveTo>
                <a:cubicBezTo>
                  <a:pt x="249475" y="0"/>
                  <a:pt x="321430" y="65535"/>
                  <a:pt x="321430" y="146376"/>
                </a:cubicBezTo>
                <a:cubicBezTo>
                  <a:pt x="321430" y="227217"/>
                  <a:pt x="249475" y="292752"/>
                  <a:pt x="160715" y="292752"/>
                </a:cubicBezTo>
                <a:cubicBezTo>
                  <a:pt x="71955" y="292752"/>
                  <a:pt x="0" y="227217"/>
                  <a:pt x="0" y="146376"/>
                </a:cubicBezTo>
                <a:cubicBezTo>
                  <a:pt x="0" y="65535"/>
                  <a:pt x="71955" y="0"/>
                  <a:pt x="1607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sz="18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8ABFB0D-3000-ABA3-1D4C-E37CFBB4B185}"/>
              </a:ext>
            </a:extLst>
          </p:cNvPr>
          <p:cNvGrpSpPr/>
          <p:nvPr/>
        </p:nvGrpSpPr>
        <p:grpSpPr>
          <a:xfrm>
            <a:off x="1017055" y="3602448"/>
            <a:ext cx="3240000" cy="3240000"/>
            <a:chOff x="1017055" y="3602448"/>
            <a:chExt cx="3240000" cy="32400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1E2A8255-B970-2FE8-DCD2-96ABD226D048}"/>
                </a:ext>
              </a:extLst>
            </p:cNvPr>
            <p:cNvSpPr/>
            <p:nvPr/>
          </p:nvSpPr>
          <p:spPr>
            <a:xfrm>
              <a:off x="1017055" y="3602448"/>
              <a:ext cx="3240000" cy="3240000"/>
            </a:xfrm>
            <a:prstGeom prst="ellipse">
              <a:avLst/>
            </a:prstGeom>
            <a:gradFill>
              <a:gsLst>
                <a:gs pos="88000">
                  <a:srgbClr val="0070C0"/>
                </a:gs>
                <a:gs pos="25000">
                  <a:srgbClr val="00B0F0"/>
                </a:gs>
                <a:gs pos="73000">
                  <a:srgbClr val="00B0F0"/>
                </a:gs>
                <a:gs pos="10000">
                  <a:schemeClr val="bg1"/>
                </a:gs>
              </a:gsLst>
              <a:lin ang="7800000" scaled="0"/>
            </a:gradFill>
            <a:ln w="9207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 sz="20000" b="1">
                <a:solidFill>
                  <a:schemeClr val="accent5">
                    <a:lumMod val="50000"/>
                  </a:schemeClr>
                </a:solidFill>
                <a:latin typeface="標楷體" panose="03000509000000000000" charset="-120"/>
                <a:ea typeface="標楷體" panose="03000509000000000000" charset="-120"/>
              </a:endParaRPr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6D5B3F90-C0DC-3C81-F1D0-12D05406373F}"/>
                </a:ext>
              </a:extLst>
            </p:cNvPr>
            <p:cNvGrpSpPr/>
            <p:nvPr/>
          </p:nvGrpSpPr>
          <p:grpSpPr>
            <a:xfrm>
              <a:off x="1176022" y="3960547"/>
              <a:ext cx="2762937" cy="2460023"/>
              <a:chOff x="4125478" y="3663949"/>
              <a:chExt cx="2811506" cy="2026942"/>
            </a:xfrm>
            <a:solidFill>
              <a:srgbClr val="FFFFFF"/>
            </a:solidFill>
          </p:grpSpPr>
          <p:sp>
            <p:nvSpPr>
              <p:cNvPr id="4" name="手繪多邊形: 圖案 3">
                <a:extLst>
                  <a:ext uri="{FF2B5EF4-FFF2-40B4-BE49-F238E27FC236}">
                    <a16:creationId xmlns:a16="http://schemas.microsoft.com/office/drawing/2014/main" id="{0752A4C9-2EB9-14A3-F725-7E0C40A8F624}"/>
                  </a:ext>
                </a:extLst>
              </p:cNvPr>
              <p:cNvSpPr/>
              <p:nvPr/>
            </p:nvSpPr>
            <p:spPr>
              <a:xfrm rot="21307286">
                <a:off x="4125478" y="3663949"/>
                <a:ext cx="1532673" cy="2026942"/>
              </a:xfrm>
              <a:custGeom>
                <a:avLst/>
                <a:gdLst/>
                <a:ahLst/>
                <a:cxnLst/>
                <a:rect l="l" t="t" r="r" b="b"/>
                <a:pathLst>
                  <a:path w="941001" h="2026942">
                    <a:moveTo>
                      <a:pt x="727336" y="0"/>
                    </a:moveTo>
                    <a:cubicBezTo>
                      <a:pt x="751551" y="0"/>
                      <a:pt x="784109" y="11668"/>
                      <a:pt x="825010" y="35003"/>
                    </a:cubicBezTo>
                    <a:cubicBezTo>
                      <a:pt x="902337" y="85658"/>
                      <a:pt x="941001" y="132186"/>
                      <a:pt x="941001" y="174588"/>
                    </a:cubicBezTo>
                    <a:cubicBezTo>
                      <a:pt x="941001" y="196759"/>
                      <a:pt x="926888" y="219589"/>
                      <a:pt x="898664" y="243080"/>
                    </a:cubicBezTo>
                    <a:cubicBezTo>
                      <a:pt x="879856" y="269830"/>
                      <a:pt x="853235" y="310046"/>
                      <a:pt x="818801" y="363727"/>
                    </a:cubicBezTo>
                    <a:cubicBezTo>
                      <a:pt x="769854" y="461996"/>
                      <a:pt x="720034" y="551696"/>
                      <a:pt x="669341" y="632826"/>
                    </a:cubicBezTo>
                    <a:lnTo>
                      <a:pt x="631613" y="691360"/>
                    </a:lnTo>
                    <a:lnTo>
                      <a:pt x="634604" y="694469"/>
                    </a:lnTo>
                    <a:cubicBezTo>
                      <a:pt x="640031" y="700312"/>
                      <a:pt x="645666" y="706573"/>
                      <a:pt x="651510" y="713251"/>
                    </a:cubicBezTo>
                    <a:cubicBezTo>
                      <a:pt x="704053" y="780876"/>
                      <a:pt x="730324" y="827728"/>
                      <a:pt x="730324" y="853805"/>
                    </a:cubicBezTo>
                    <a:cubicBezTo>
                      <a:pt x="730324" y="864852"/>
                      <a:pt x="724775" y="896802"/>
                      <a:pt x="713677" y="949655"/>
                    </a:cubicBezTo>
                    <a:cubicBezTo>
                      <a:pt x="703691" y="1002405"/>
                      <a:pt x="698698" y="1144447"/>
                      <a:pt x="698698" y="1375782"/>
                    </a:cubicBezTo>
                    <a:lnTo>
                      <a:pt x="691092" y="1770165"/>
                    </a:lnTo>
                    <a:cubicBezTo>
                      <a:pt x="691092" y="1823846"/>
                      <a:pt x="680110" y="1881602"/>
                      <a:pt x="658146" y="1943432"/>
                    </a:cubicBezTo>
                    <a:cubicBezTo>
                      <a:pt x="641175" y="1999106"/>
                      <a:pt x="617154" y="2026942"/>
                      <a:pt x="586083" y="2026942"/>
                    </a:cubicBezTo>
                    <a:cubicBezTo>
                      <a:pt x="551520" y="2026942"/>
                      <a:pt x="522558" y="1996764"/>
                      <a:pt x="499197" y="1936409"/>
                    </a:cubicBezTo>
                    <a:cubicBezTo>
                      <a:pt x="465721" y="1860142"/>
                      <a:pt x="448982" y="1803589"/>
                      <a:pt x="448982" y="1766750"/>
                    </a:cubicBezTo>
                    <a:cubicBezTo>
                      <a:pt x="451570" y="1751434"/>
                      <a:pt x="460779" y="1714582"/>
                      <a:pt x="476612" y="1656192"/>
                    </a:cubicBezTo>
                    <a:cubicBezTo>
                      <a:pt x="512081" y="1547717"/>
                      <a:pt x="529815" y="1315219"/>
                      <a:pt x="529815" y="958697"/>
                    </a:cubicBezTo>
                    <a:cubicBezTo>
                      <a:pt x="529815" y="936474"/>
                      <a:pt x="528908" y="914225"/>
                      <a:pt x="527094" y="891949"/>
                    </a:cubicBezTo>
                    <a:lnTo>
                      <a:pt x="521047" y="842395"/>
                    </a:lnTo>
                    <a:lnTo>
                      <a:pt x="514642" y="850507"/>
                    </a:lnTo>
                    <a:cubicBezTo>
                      <a:pt x="423138" y="969175"/>
                      <a:pt x="320587" y="1069397"/>
                      <a:pt x="206990" y="1151174"/>
                    </a:cubicBezTo>
                    <a:cubicBezTo>
                      <a:pt x="127955" y="1209046"/>
                      <a:pt x="73330" y="1237982"/>
                      <a:pt x="43113" y="1237982"/>
                    </a:cubicBezTo>
                    <a:cubicBezTo>
                      <a:pt x="14371" y="1237982"/>
                      <a:pt x="0" y="1226664"/>
                      <a:pt x="0" y="1204027"/>
                    </a:cubicBezTo>
                    <a:cubicBezTo>
                      <a:pt x="0" y="1186073"/>
                      <a:pt x="13129" y="1167744"/>
                      <a:pt x="39388" y="1149039"/>
                    </a:cubicBezTo>
                    <a:cubicBezTo>
                      <a:pt x="139895" y="1050318"/>
                      <a:pt x="241553" y="929839"/>
                      <a:pt x="344362" y="787602"/>
                    </a:cubicBezTo>
                    <a:cubicBezTo>
                      <a:pt x="437160" y="659621"/>
                      <a:pt x="522093" y="513052"/>
                      <a:pt x="599161" y="347894"/>
                    </a:cubicBezTo>
                    <a:cubicBezTo>
                      <a:pt x="646167" y="249534"/>
                      <a:pt x="669671" y="158289"/>
                      <a:pt x="669671" y="74158"/>
                    </a:cubicBezTo>
                    <a:cubicBezTo>
                      <a:pt x="669671" y="24720"/>
                      <a:pt x="688893" y="0"/>
                      <a:pt x="72733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>
                  <a:solidFill>
                    <a:schemeClr val="bg1"/>
                  </a:solidFill>
                  <a:highlight>
                    <a:srgbClr val="FFFFFF"/>
                  </a:highlight>
                </a:endParaRPr>
              </a:p>
            </p:txBody>
          </p:sp>
          <p:sp>
            <p:nvSpPr>
              <p:cNvPr id="5" name="手繪多邊形: 圖案 4">
                <a:extLst>
                  <a:ext uri="{FF2B5EF4-FFF2-40B4-BE49-F238E27FC236}">
                    <a16:creationId xmlns:a16="http://schemas.microsoft.com/office/drawing/2014/main" id="{555D26BB-97F5-2BD4-35BF-4C8511EF4AC1}"/>
                  </a:ext>
                </a:extLst>
              </p:cNvPr>
              <p:cNvSpPr/>
              <p:nvPr/>
            </p:nvSpPr>
            <p:spPr>
              <a:xfrm rot="868034">
                <a:off x="5528033" y="4022529"/>
                <a:ext cx="1016440" cy="725823"/>
              </a:xfrm>
              <a:custGeom>
                <a:avLst/>
                <a:gdLst/>
                <a:ahLst/>
                <a:cxnLst/>
                <a:rect l="l" t="t" r="r" b="b"/>
                <a:pathLst>
                  <a:path w="1016440" h="292751">
                    <a:moveTo>
                      <a:pt x="788223" y="0"/>
                    </a:moveTo>
                    <a:cubicBezTo>
                      <a:pt x="801676" y="0"/>
                      <a:pt x="839097" y="11189"/>
                      <a:pt x="900488" y="33567"/>
                    </a:cubicBezTo>
                    <a:cubicBezTo>
                      <a:pt x="977789" y="82048"/>
                      <a:pt x="1016440" y="120997"/>
                      <a:pt x="1016440" y="150411"/>
                    </a:cubicBezTo>
                    <a:cubicBezTo>
                      <a:pt x="1012740" y="190278"/>
                      <a:pt x="971813" y="211492"/>
                      <a:pt x="893658" y="214053"/>
                    </a:cubicBezTo>
                    <a:cubicBezTo>
                      <a:pt x="797265" y="216614"/>
                      <a:pt x="685258" y="225138"/>
                      <a:pt x="557639" y="239626"/>
                    </a:cubicBezTo>
                    <a:cubicBezTo>
                      <a:pt x="485849" y="247465"/>
                      <a:pt x="394099" y="261952"/>
                      <a:pt x="282390" y="283088"/>
                    </a:cubicBezTo>
                    <a:cubicBezTo>
                      <a:pt x="254113" y="289530"/>
                      <a:pt x="235991" y="292751"/>
                      <a:pt x="228023" y="292751"/>
                    </a:cubicBezTo>
                    <a:cubicBezTo>
                      <a:pt x="181249" y="292751"/>
                      <a:pt x="135976" y="281174"/>
                      <a:pt x="92203" y="258020"/>
                    </a:cubicBezTo>
                    <a:cubicBezTo>
                      <a:pt x="30734" y="233132"/>
                      <a:pt x="0" y="205800"/>
                      <a:pt x="0" y="176023"/>
                    </a:cubicBezTo>
                    <a:cubicBezTo>
                      <a:pt x="0" y="154576"/>
                      <a:pt x="26220" y="138213"/>
                      <a:pt x="78660" y="126934"/>
                    </a:cubicBezTo>
                    <a:cubicBezTo>
                      <a:pt x="323628" y="89189"/>
                      <a:pt x="521964" y="54277"/>
                      <a:pt x="673668" y="22197"/>
                    </a:cubicBezTo>
                    <a:cubicBezTo>
                      <a:pt x="733662" y="7399"/>
                      <a:pt x="771847" y="0"/>
                      <a:pt x="78822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>
                  <a:solidFill>
                    <a:schemeClr val="bg1"/>
                  </a:solidFill>
                  <a:highlight>
                    <a:srgbClr val="FFFFFF"/>
                  </a:highlight>
                </a:endParaRPr>
              </a:p>
            </p:txBody>
          </p:sp>
          <p:sp>
            <p:nvSpPr>
              <p:cNvPr id="6" name="手繪多邊形: 圖案 5">
                <a:extLst>
                  <a:ext uri="{FF2B5EF4-FFF2-40B4-BE49-F238E27FC236}">
                    <a16:creationId xmlns:a16="http://schemas.microsoft.com/office/drawing/2014/main" id="{04283961-FAB7-CFAF-6E39-629FC9AA7DF0}"/>
                  </a:ext>
                </a:extLst>
              </p:cNvPr>
              <p:cNvSpPr/>
              <p:nvPr/>
            </p:nvSpPr>
            <p:spPr>
              <a:xfrm rot="508649">
                <a:off x="5404311" y="4813740"/>
                <a:ext cx="1532673" cy="709908"/>
              </a:xfrm>
              <a:custGeom>
                <a:avLst/>
                <a:gdLst/>
                <a:ahLst/>
                <a:cxnLst/>
                <a:rect l="l" t="t" r="r" b="b"/>
                <a:pathLst>
                  <a:path w="1532673" h="329694">
                    <a:moveTo>
                      <a:pt x="1291068" y="0"/>
                    </a:moveTo>
                    <a:cubicBezTo>
                      <a:pt x="1305194" y="0"/>
                      <a:pt x="1344452" y="11733"/>
                      <a:pt x="1408844" y="35197"/>
                    </a:cubicBezTo>
                    <a:cubicBezTo>
                      <a:pt x="1491397" y="86964"/>
                      <a:pt x="1532673" y="128202"/>
                      <a:pt x="1532673" y="158910"/>
                    </a:cubicBezTo>
                    <a:cubicBezTo>
                      <a:pt x="1528844" y="200277"/>
                      <a:pt x="1485783" y="222306"/>
                      <a:pt x="1403489" y="224996"/>
                    </a:cubicBezTo>
                    <a:cubicBezTo>
                      <a:pt x="1232691" y="228463"/>
                      <a:pt x="1036321" y="239807"/>
                      <a:pt x="814378" y="259029"/>
                    </a:cubicBezTo>
                    <a:cubicBezTo>
                      <a:pt x="691907" y="269248"/>
                      <a:pt x="527914" y="289155"/>
                      <a:pt x="322399" y="318751"/>
                    </a:cubicBezTo>
                    <a:cubicBezTo>
                      <a:pt x="280307" y="326046"/>
                      <a:pt x="253363" y="329694"/>
                      <a:pt x="241566" y="329694"/>
                    </a:cubicBezTo>
                    <a:cubicBezTo>
                      <a:pt x="191947" y="329694"/>
                      <a:pt x="143349" y="317108"/>
                      <a:pt x="95773" y="291936"/>
                    </a:cubicBezTo>
                    <a:cubicBezTo>
                      <a:pt x="31925" y="266117"/>
                      <a:pt x="0" y="237750"/>
                      <a:pt x="0" y="206835"/>
                    </a:cubicBezTo>
                    <a:cubicBezTo>
                      <a:pt x="0" y="184845"/>
                      <a:pt x="27164" y="168016"/>
                      <a:pt x="81492" y="156349"/>
                    </a:cubicBezTo>
                    <a:cubicBezTo>
                      <a:pt x="497904" y="110066"/>
                      <a:pt x="838891" y="66695"/>
                      <a:pt x="1104451" y="26233"/>
                    </a:cubicBezTo>
                    <a:cubicBezTo>
                      <a:pt x="1202708" y="8745"/>
                      <a:pt x="1264913" y="0"/>
                      <a:pt x="129106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>
                  <a:solidFill>
                    <a:schemeClr val="bg1"/>
                  </a:solidFill>
                  <a:highlight>
                    <a:srgbClr val="FFFFFF"/>
                  </a:highlight>
                </a:endParaRPr>
              </a:p>
            </p:txBody>
          </p:sp>
        </p:grp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D3DB050-1781-24D7-E259-70F7F7441A46}"/>
              </a:ext>
            </a:extLst>
          </p:cNvPr>
          <p:cNvSpPr txBox="1"/>
          <p:nvPr/>
        </p:nvSpPr>
        <p:spPr>
          <a:xfrm>
            <a:off x="8046720" y="914400"/>
            <a:ext cx="24929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00" b="1" dirty="0">
                <a:latin typeface="標楷體" panose="03000509000000000000" pitchFamily="65" charset="-120"/>
                <a:ea typeface="書法家疊圓體" panose="02010609000101010101" pitchFamily="49" charset="-120"/>
              </a:rPr>
              <a:t>仁</a:t>
            </a:r>
          </a:p>
        </p:txBody>
      </p:sp>
    </p:spTree>
    <p:extLst>
      <p:ext uri="{BB962C8B-B14F-4D97-AF65-F5344CB8AC3E}">
        <p14:creationId xmlns:p14="http://schemas.microsoft.com/office/powerpoint/2010/main" val="8465977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Sakkal Majalla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Sakkal Majall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標楷體</vt:lpstr>
      <vt:lpstr>Arial</vt:lpstr>
      <vt:lpstr>Wingdings</vt:lpstr>
      <vt:lpstr>WPS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robert</dc:creator>
  <cp:lastModifiedBy>JenIu Luo</cp:lastModifiedBy>
  <cp:revision>8</cp:revision>
  <dcterms:created xsi:type="dcterms:W3CDTF">2026-08-25T09:01:00Z</dcterms:created>
  <dcterms:modified xsi:type="dcterms:W3CDTF">2026-09-07T07:57:03Z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3076-12.1.0.28032</vt:lpwstr>
  </property>
  <property fmtid="{D5CDD505-2E9C-101B-9397-08002B2CF9AE}" pid="3" name="ICV">
    <vt:lpwstr>E78B9140FF774BA5804D19B771922CAE_11</vt:lpwstr>
  </property>
</Properties>
</file>