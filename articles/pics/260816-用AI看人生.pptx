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B2735"/>
    <a:srgbClr val="586878"/>
    <a:srgbClr val="353D4C"/>
    <a:srgbClr val="192431"/>
    <a:srgbClr val="8698AA"/>
    <a:srgbClr val="5B697C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HK" altLang="en-US" dirty="0"/>
              <a:t>按一下以編輯母片標題樣式</a:t>
            </a:r>
            <a:endParaRPr lang="zh-HK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HK" altLang="en-US" dirty="0"/>
              <a:t>按一下以編輯母片副標題樣式</a:t>
            </a:r>
            <a:endParaRPr lang="zh-HK" altLang="en-US" dirty="0"/>
          </a:p>
        </p:txBody>
      </p:sp>
      <p:sp>
        <p:nvSpPr>
          <p:cNvPr id="16" name="日期預留位置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</a:fld>
            <a:endParaRPr lang="zh-HK" altLang="en-US"/>
          </a:p>
        </p:txBody>
      </p:sp>
      <p:sp>
        <p:nvSpPr>
          <p:cNvPr id="17" name="頁腳預留位置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18" name="投影片編號預留位置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</a:fld>
            <a:endParaRPr lang="zh-HK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與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HK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HK" altLang="en-US" smtClean="0"/>
              <a:t>按一下以編輯母片文字樣式</a:t>
            </a:r>
            <a:endParaRPr lang="zh-HK" altLang="en-US" smtClean="0"/>
          </a:p>
          <a:p>
            <a:pPr lvl="1"/>
            <a:r>
              <a:rPr lang="zh-HK" altLang="en-US" smtClean="0"/>
              <a:t>第二層</a:t>
            </a:r>
            <a:endParaRPr lang="zh-HK" altLang="en-US" smtClean="0"/>
          </a:p>
          <a:p>
            <a:pPr lvl="2"/>
            <a:r>
              <a:rPr lang="zh-HK" altLang="en-US" smtClean="0"/>
              <a:t>第三層</a:t>
            </a:r>
            <a:endParaRPr lang="zh-HK" altLang="en-US" smtClean="0"/>
          </a:p>
          <a:p>
            <a:pPr lvl="3"/>
            <a:r>
              <a:rPr lang="zh-HK" altLang="en-US" smtClean="0"/>
              <a:t>第四層</a:t>
            </a:r>
            <a:endParaRPr lang="zh-HK" altLang="en-US" smtClean="0"/>
          </a:p>
          <a:p>
            <a:pPr lvl="4"/>
            <a:r>
              <a:rPr lang="zh-HK" altLang="en-US" smtClean="0"/>
              <a:t>第五層</a:t>
            </a:r>
            <a:endParaRPr lang="zh-HK" altLang="en-US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頁腳預留位置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HK" altLang="en-US" dirty="0"/>
              <a:t>按一下以編輯標題</a:t>
            </a:r>
            <a:endParaRPr lang="zh-HK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HK" altLang="en-US" dirty="0"/>
              <a:t>按一下以編輯文字</a:t>
            </a:r>
            <a:endParaRPr lang="zh-HK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頁腳預留位置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雙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HK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HK" altLang="en-US" smtClean="0"/>
              <a:t>按一下以編輯母片文字樣式</a:t>
            </a:r>
            <a:endParaRPr lang="zh-HK" altLang="en-US" smtClean="0"/>
          </a:p>
          <a:p>
            <a:pPr lvl="1"/>
            <a:r>
              <a:rPr lang="zh-HK" altLang="en-US" smtClean="0"/>
              <a:t>第二層</a:t>
            </a:r>
            <a:endParaRPr lang="zh-HK" altLang="en-US" smtClean="0"/>
          </a:p>
          <a:p>
            <a:pPr lvl="2"/>
            <a:r>
              <a:rPr lang="zh-HK" altLang="en-US" smtClean="0"/>
              <a:t>第三層</a:t>
            </a:r>
            <a:endParaRPr lang="zh-HK" altLang="en-US" smtClean="0"/>
          </a:p>
          <a:p>
            <a:pPr lvl="3"/>
            <a:r>
              <a:rPr lang="zh-HK" altLang="en-US" smtClean="0"/>
              <a:t>第四層</a:t>
            </a:r>
            <a:endParaRPr lang="zh-HK" altLang="en-US" smtClean="0"/>
          </a:p>
          <a:p>
            <a:pPr lvl="4"/>
            <a:r>
              <a:rPr lang="zh-HK" altLang="en-US" smtClean="0"/>
              <a:t>第五層</a:t>
            </a:r>
            <a:endParaRPr lang="zh-HK" altLang="en-US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HK" altLang="en-US" dirty="0"/>
              <a:t>按一下以編輯母片文字樣式</a:t>
            </a:r>
            <a:endParaRPr lang="zh-HK" altLang="en-US" dirty="0"/>
          </a:p>
          <a:p>
            <a:pPr lvl="1"/>
            <a:r>
              <a:rPr lang="zh-HK" altLang="en-US" dirty="0"/>
              <a:t>第二層</a:t>
            </a:r>
            <a:endParaRPr lang="zh-HK" altLang="en-US" dirty="0"/>
          </a:p>
          <a:p>
            <a:pPr lvl="2"/>
            <a:r>
              <a:rPr lang="zh-HK" altLang="en-US" dirty="0"/>
              <a:t>第三層</a:t>
            </a:r>
            <a:endParaRPr lang="zh-HK" altLang="en-US" dirty="0"/>
          </a:p>
          <a:p>
            <a:pPr lvl="3"/>
            <a:r>
              <a:rPr lang="zh-HK" altLang="en-US" dirty="0"/>
              <a:t>第四層</a:t>
            </a:r>
            <a:endParaRPr lang="zh-HK" altLang="en-US" dirty="0"/>
          </a:p>
          <a:p>
            <a:pPr lvl="4"/>
            <a:r>
              <a:rPr lang="zh-HK" altLang="en-US" dirty="0"/>
              <a:t>第五層</a:t>
            </a:r>
            <a:endParaRPr lang="zh-HK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頁腳預留位置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HK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文字預留位置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HK" altLang="en-US" dirty="0"/>
              <a:t>按一下以編輯文字</a:t>
            </a:r>
            <a:endParaRPr lang="zh-HK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HK" altLang="en-US" smtClean="0"/>
              <a:t>按一下以編輯母片文字樣式</a:t>
            </a:r>
            <a:endParaRPr lang="zh-HK" altLang="en-US" smtClean="0"/>
          </a:p>
          <a:p>
            <a:pPr lvl="1"/>
            <a:r>
              <a:rPr lang="zh-HK" altLang="en-US" smtClean="0"/>
              <a:t>第二層</a:t>
            </a:r>
            <a:endParaRPr lang="zh-HK" altLang="en-US" smtClean="0"/>
          </a:p>
          <a:p>
            <a:pPr lvl="2"/>
            <a:r>
              <a:rPr lang="zh-HK" altLang="en-US" smtClean="0"/>
              <a:t>第三層</a:t>
            </a:r>
            <a:endParaRPr lang="zh-HK" altLang="en-US" smtClean="0"/>
          </a:p>
          <a:p>
            <a:pPr lvl="3"/>
            <a:r>
              <a:rPr lang="zh-HK" altLang="en-US" smtClean="0"/>
              <a:t>第四層</a:t>
            </a:r>
            <a:endParaRPr lang="zh-HK" altLang="en-US" smtClean="0"/>
          </a:p>
          <a:p>
            <a:pPr lvl="4"/>
            <a:r>
              <a:rPr lang="zh-HK" altLang="en-US" smtClean="0"/>
              <a:t>第五層</a:t>
            </a:r>
            <a:endParaRPr lang="zh-HK" altLang="en-US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HK" altLang="en-US" smtClean="0"/>
              <a:t>按一下以編輯文字</a:t>
            </a:r>
            <a:endParaRPr lang="zh-HK" altLang="en-US"/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HK" altLang="en-US" smtClean="0"/>
              <a:t>按一下以編輯母片文字樣式</a:t>
            </a:r>
            <a:endParaRPr lang="zh-HK" altLang="en-US" smtClean="0"/>
          </a:p>
          <a:p>
            <a:pPr lvl="1"/>
            <a:r>
              <a:rPr lang="zh-HK" altLang="en-US" smtClean="0"/>
              <a:t>第二層</a:t>
            </a:r>
            <a:endParaRPr lang="zh-HK" altLang="en-US" smtClean="0"/>
          </a:p>
          <a:p>
            <a:pPr lvl="2"/>
            <a:r>
              <a:rPr lang="zh-HK" altLang="en-US" smtClean="0"/>
              <a:t>第三層</a:t>
            </a:r>
            <a:endParaRPr lang="zh-HK" altLang="en-US" smtClean="0"/>
          </a:p>
          <a:p>
            <a:pPr lvl="3"/>
            <a:r>
              <a:rPr lang="zh-HK" altLang="en-US" smtClean="0"/>
              <a:t>第四層</a:t>
            </a:r>
            <a:endParaRPr lang="zh-HK" altLang="en-US" smtClean="0"/>
          </a:p>
          <a:p>
            <a:pPr lvl="4"/>
            <a:r>
              <a:rPr lang="zh-HK" altLang="en-US" smtClean="0"/>
              <a:t>第五層</a:t>
            </a:r>
            <a:endParaRPr lang="zh-HK" altLang="en-US"/>
          </a:p>
        </p:txBody>
      </p:sp>
      <p:sp>
        <p:nvSpPr>
          <p:cNvPr id="7" name="日期預留位置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</a:fld>
            <a:endParaRPr lang="zh-HK" altLang="en-US"/>
          </a:p>
        </p:txBody>
      </p:sp>
      <p:sp>
        <p:nvSpPr>
          <p:cNvPr id="8" name="頁腳預留位置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僅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HK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</a:fld>
            <a:endParaRPr lang="zh-HK" altLang="en-US"/>
          </a:p>
        </p:txBody>
      </p:sp>
      <p:sp>
        <p:nvSpPr>
          <p:cNvPr id="4" name="頁腳預留位置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預留位置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</a:fld>
            <a:endParaRPr lang="zh-HK" altLang="en-US"/>
          </a:p>
        </p:txBody>
      </p:sp>
      <p:sp>
        <p:nvSpPr>
          <p:cNvPr id="3" name="頁腳預留位置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片與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預留位置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HK" altLang="en-US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HK" altLang="en-US" smtClean="0"/>
              <a:t>按一下以編輯母片文字樣式</a:t>
            </a:r>
            <a:endParaRPr lang="zh-HK" altLang="en-US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HK" altLang="en-US" smtClean="0"/>
            </a:fld>
            <a:endParaRPr lang="zh-HK" altLang="en-US" dirty="0"/>
          </a:p>
        </p:txBody>
      </p:sp>
      <p:sp>
        <p:nvSpPr>
          <p:cNvPr id="6" name="頁腳預留位置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HK" altLang="en-US" smtClean="0"/>
            </a:fld>
            <a:endParaRPr lang="zh-HK" altLang="en-US"/>
          </a:p>
        </p:txBody>
      </p:sp>
      <p:sp>
        <p:nvSpPr>
          <p:cNvPr id="9" name="標題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HK" altLang="en-US"/>
              <a:t>按一下以編輯母片標題樣式</a:t>
            </a:r>
            <a:endParaRPr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書標題與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書標題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HK" altLang="en-US" smtClean="0"/>
              <a:t>按一下以編輯標題</a:t>
            </a:r>
            <a:endParaRPr lang="zh-HK" altLang="en-US"/>
          </a:p>
        </p:txBody>
      </p:sp>
      <p:sp>
        <p:nvSpPr>
          <p:cNvPr id="3" name="直書文字預留位置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HK" altLang="en-US" dirty="0"/>
              <a:t>按一下以編輯母片文字樣式</a:t>
            </a:r>
            <a:endParaRPr lang="zh-HK" altLang="en-US" dirty="0"/>
          </a:p>
          <a:p>
            <a:pPr lvl="1"/>
            <a:r>
              <a:rPr lang="zh-HK" altLang="en-US" dirty="0"/>
              <a:t>第二層</a:t>
            </a:r>
            <a:endParaRPr lang="zh-HK" altLang="en-US" dirty="0"/>
          </a:p>
          <a:p>
            <a:pPr lvl="2"/>
            <a:r>
              <a:rPr lang="zh-HK" altLang="en-US" dirty="0"/>
              <a:t>第三層</a:t>
            </a:r>
            <a:endParaRPr lang="zh-HK" altLang="en-US" dirty="0"/>
          </a:p>
          <a:p>
            <a:pPr lvl="3"/>
            <a:r>
              <a:rPr lang="zh-HK" altLang="en-US" dirty="0"/>
              <a:t>第四層</a:t>
            </a:r>
            <a:endParaRPr lang="zh-HK" altLang="en-US" dirty="0"/>
          </a:p>
          <a:p>
            <a:pPr lvl="4"/>
            <a:r>
              <a:rPr lang="zh-HK" altLang="en-US" dirty="0"/>
              <a:t>第五層</a:t>
            </a:r>
            <a:endParaRPr lang="zh-HK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頁腳預留位置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預留位置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</a:fld>
            <a:endParaRPr lang="zh-HK" altLang="en-US"/>
          </a:p>
        </p:txBody>
      </p:sp>
      <p:sp>
        <p:nvSpPr>
          <p:cNvPr id="4" name="頁腳預留位置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</a:fld>
            <a:endParaRPr lang="zh-HK" altLang="en-US"/>
          </a:p>
        </p:txBody>
      </p:sp>
      <p:sp>
        <p:nvSpPr>
          <p:cNvPr id="7" name="內容預留位置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HK" altLang="en-US" dirty="0"/>
              <a:t>按一下以編輯母片文字樣式</a:t>
            </a:r>
            <a:endParaRPr lang="zh-HK" altLang="en-US" dirty="0"/>
          </a:p>
          <a:p>
            <a:pPr lvl="1"/>
            <a:r>
              <a:rPr lang="zh-HK" altLang="en-US" dirty="0"/>
              <a:t>第二層</a:t>
            </a:r>
            <a:endParaRPr lang="zh-HK" altLang="en-US" dirty="0"/>
          </a:p>
          <a:p>
            <a:pPr lvl="2"/>
            <a:r>
              <a:rPr lang="zh-HK" altLang="en-US" dirty="0"/>
              <a:t>第三層</a:t>
            </a:r>
            <a:endParaRPr lang="zh-HK" altLang="en-US" dirty="0"/>
          </a:p>
          <a:p>
            <a:pPr lvl="3"/>
            <a:r>
              <a:rPr lang="zh-HK" altLang="en-US" dirty="0"/>
              <a:t>第四層</a:t>
            </a:r>
            <a:endParaRPr lang="zh-HK" altLang="en-US" dirty="0"/>
          </a:p>
          <a:p>
            <a:pPr lvl="4"/>
            <a:r>
              <a:rPr lang="zh-HK" altLang="en-US" dirty="0"/>
              <a:t>第五層</a:t>
            </a:r>
            <a:endParaRPr lang="zh-HK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預留位置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</a:fld>
            <a:endParaRPr lang="zh-HK" altLang="en-US"/>
          </a:p>
        </p:txBody>
      </p:sp>
      <p:sp>
        <p:nvSpPr>
          <p:cNvPr id="4" name="頁腳預留位置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</a:fld>
            <a:endParaRPr lang="zh-HK" altLang="en-US"/>
          </a:p>
        </p:txBody>
      </p:sp>
      <p:sp>
        <p:nvSpPr>
          <p:cNvPr id="2" name="標題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HK" altLang="en-US" smtClean="0"/>
              <a:t>按一下以編輯標題</a:t>
            </a:r>
            <a:endParaRPr lang="zh-HK" altLang="en-US"/>
          </a:p>
        </p:txBody>
      </p:sp>
      <p:sp>
        <p:nvSpPr>
          <p:cNvPr id="7" name="文字預留位置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HK" altLang="en-US" dirty="0"/>
              <a:t>按一下以編輯母片文字樣式</a:t>
            </a:r>
            <a:endParaRPr lang="zh-HK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預留位置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HK" altLang="en-US" dirty="0"/>
              <a:t>按一下以編輯母片標題樣式</a:t>
            </a:r>
            <a:endParaRPr lang="zh-HK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HK" altLang="en-US" dirty="0"/>
              <a:t>按一下以編輯母片文字樣式</a:t>
            </a:r>
            <a:endParaRPr lang="zh-HK" altLang="en-US" dirty="0"/>
          </a:p>
          <a:p>
            <a:pPr lvl="1"/>
            <a:r>
              <a:rPr lang="zh-HK" altLang="en-US" dirty="0"/>
              <a:t>第二層</a:t>
            </a:r>
            <a:endParaRPr lang="zh-HK" altLang="en-US" dirty="0"/>
          </a:p>
          <a:p>
            <a:pPr lvl="2"/>
            <a:r>
              <a:rPr lang="zh-HK" altLang="en-US" dirty="0"/>
              <a:t>第三層</a:t>
            </a:r>
            <a:endParaRPr lang="zh-HK" altLang="en-US" dirty="0"/>
          </a:p>
          <a:p>
            <a:pPr lvl="3"/>
            <a:r>
              <a:rPr lang="zh-HK" altLang="en-US" dirty="0"/>
              <a:t>第四層</a:t>
            </a:r>
            <a:endParaRPr lang="zh-HK" altLang="en-US" dirty="0"/>
          </a:p>
          <a:p>
            <a:pPr lvl="4"/>
            <a:r>
              <a:rPr lang="zh-HK" altLang="en-US" dirty="0"/>
              <a:t>第五層</a:t>
            </a:r>
            <a:endParaRPr lang="zh-HK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頁腳預留位置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HK" altLang="en-US" smtClean="0"/>
            </a:fld>
            <a:endParaRPr lang="zh-HK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HK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HK" altLang="en-US"/>
          </a:p>
        </p:txBody>
      </p:sp>
      <p:sp>
        <p:nvSpPr>
          <p:cNvPr id="7" name="流程圖: 過程 6"/>
          <p:cNvSpPr/>
          <p:nvPr/>
        </p:nvSpPr>
        <p:spPr>
          <a:xfrm>
            <a:off x="-1270" y="-122555"/>
            <a:ext cx="12192000" cy="7030720"/>
          </a:xfrm>
          <a:prstGeom prst="flowChartProcess">
            <a:avLst/>
          </a:prstGeom>
          <a:gradFill>
            <a:gsLst>
              <a:gs pos="0">
                <a:srgbClr val="8698AA"/>
              </a:gs>
              <a:gs pos="38000">
                <a:srgbClr val="586878"/>
              </a:gs>
              <a:gs pos="77000">
                <a:srgbClr val="353D4C"/>
              </a:gs>
              <a:gs pos="100000">
                <a:srgbClr val="19243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HK" altLang="en-US"/>
          </a:p>
        </p:txBody>
      </p:sp>
      <p:pic>
        <p:nvPicPr>
          <p:cNvPr id="4" name="圖片 3" descr="LinkedIn配图与AI分析资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9155" y="-34925"/>
            <a:ext cx="12192000" cy="6849110"/>
          </a:xfrm>
          <a:prstGeom prst="rect">
            <a:avLst/>
          </a:prstGeom>
        </p:spPr>
      </p:pic>
      <p:sp>
        <p:nvSpPr>
          <p:cNvPr id="9" name="平行四邊形 8"/>
          <p:cNvSpPr/>
          <p:nvPr/>
        </p:nvSpPr>
        <p:spPr>
          <a:xfrm>
            <a:off x="5852160" y="-733425"/>
            <a:ext cx="7790180" cy="7592060"/>
          </a:xfrm>
          <a:prstGeom prst="parallelogram">
            <a:avLst/>
          </a:prstGeom>
          <a:solidFill>
            <a:srgbClr val="1B273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HK" altLang="en-US"/>
          </a:p>
        </p:txBody>
      </p:sp>
      <p:sp>
        <p:nvSpPr>
          <p:cNvPr id="10" name="平行四邊形 9"/>
          <p:cNvSpPr/>
          <p:nvPr/>
        </p:nvSpPr>
        <p:spPr>
          <a:xfrm>
            <a:off x="5915660" y="3436620"/>
            <a:ext cx="6661785" cy="3373755"/>
          </a:xfrm>
          <a:prstGeom prst="parallelogram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HK" altLang="en-US"/>
          </a:p>
        </p:txBody>
      </p:sp>
      <p:sp>
        <p:nvSpPr>
          <p:cNvPr id="11" name="文字框 10"/>
          <p:cNvSpPr txBox="1"/>
          <p:nvPr/>
        </p:nvSpPr>
        <p:spPr>
          <a:xfrm>
            <a:off x="8701405" y="4547235"/>
            <a:ext cx="2879090" cy="1292225"/>
          </a:xfrm>
          <a:prstGeom prst="rect">
            <a:avLst/>
          </a:prstGeom>
        </p:spPr>
        <p:txBody>
          <a:bodyPr wrap="non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altLang="zh-HK" sz="7500" b="1" spc="400">
                <a:solidFill>
                  <a:schemeClr val="bg1"/>
                </a:solidFill>
                <a:latin typeface="Arial Narrow" panose="020B0606020202030204" charset="0"/>
                <a:ea typeface="微軟正黑體" panose="020B0604030504040204" charset="-120"/>
                <a:cs typeface="Arial Narrow" panose="020B0606020202030204" charset="0"/>
              </a:rPr>
              <a:t>AI</a:t>
            </a:r>
            <a:r>
              <a:rPr lang="zh-TW" altLang="en-US" sz="7500" b="1" spc="400">
                <a:solidFill>
                  <a:schemeClr val="bg1"/>
                </a:solidFill>
                <a:latin typeface="Arial Narrow" panose="020B0606020202030204" charset="0"/>
                <a:ea typeface="微軟正黑體" panose="020B0604030504040204" charset="-120"/>
                <a:cs typeface="Arial Narrow" panose="020B0606020202030204" charset="0"/>
              </a:rPr>
              <a:t>分析</a:t>
            </a:r>
            <a:endParaRPr lang="zh-TW" altLang="en-US" sz="7500" b="1" spc="400">
              <a:solidFill>
                <a:schemeClr val="bg1"/>
              </a:solidFill>
              <a:latin typeface="Arial Narrow" panose="020B0606020202030204" charset="0"/>
              <a:ea typeface="微軟正黑體" panose="020B0604030504040204" charset="-120"/>
              <a:cs typeface="Arial Narrow" panose="020B0606020202030204" charset="0"/>
            </a:endParaRPr>
          </a:p>
        </p:txBody>
      </p:sp>
      <p:sp>
        <p:nvSpPr>
          <p:cNvPr id="12" name="文字框 11"/>
          <p:cNvSpPr txBox="1"/>
          <p:nvPr/>
        </p:nvSpPr>
        <p:spPr>
          <a:xfrm>
            <a:off x="8090853" y="796290"/>
            <a:ext cx="3084195" cy="2399665"/>
          </a:xfrm>
          <a:prstGeom prst="rect">
            <a:avLst/>
          </a:prstGeom>
        </p:spPr>
        <p:txBody>
          <a:bodyPr wrap="non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zh-TW" altLang="en-US" sz="7500" b="1" spc="400">
                <a:solidFill>
                  <a:schemeClr val="bg1"/>
                </a:solidFill>
                <a:latin typeface="Arial Narrow" panose="020B0606020202030204" charset="0"/>
                <a:ea typeface="微軟正黑體" panose="020B0604030504040204" charset="-120"/>
                <a:cs typeface="Arial Narrow" panose="020B0606020202030204" charset="0"/>
              </a:rPr>
              <a:t>思路</a:t>
            </a:r>
            <a:endParaRPr lang="zh-TW" altLang="en-US" sz="7500" b="1" spc="400">
              <a:solidFill>
                <a:schemeClr val="bg1"/>
              </a:solidFill>
              <a:latin typeface="Arial Narrow" panose="020B0606020202030204" charset="0"/>
              <a:ea typeface="微軟正黑體" panose="020B0604030504040204" charset="-120"/>
              <a:cs typeface="Arial Narrow" panose="020B0606020202030204" charset="0"/>
            </a:endParaRPr>
          </a:p>
          <a:p>
            <a:pPr algn="ctr"/>
            <a:r>
              <a:rPr lang="en-US" altLang="zh-TW" sz="7500" b="1" spc="400">
                <a:solidFill>
                  <a:schemeClr val="bg1"/>
                </a:solidFill>
                <a:latin typeface="Arial Narrow" panose="020B0606020202030204" charset="0"/>
                <a:ea typeface="微軟正黑體" panose="020B0604030504040204" charset="-120"/>
                <a:cs typeface="Arial Narrow" panose="020B0606020202030204" charset="0"/>
              </a:rPr>
              <a:t>AI-Talk</a:t>
            </a:r>
            <a:endParaRPr lang="en-US" altLang="zh-TW" sz="7500" b="1" spc="400">
              <a:solidFill>
                <a:schemeClr val="bg1"/>
              </a:solidFill>
              <a:latin typeface="Arial Narrow" panose="020B0606020202030204" charset="0"/>
              <a:ea typeface="微軟正黑體" panose="020B0604030504040204" charset="-120"/>
              <a:cs typeface="Arial Narrow" panose="020B06060202020302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Sakkal Majalla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Sakkal Majall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WPS 演示</Application>
  <PresentationFormat>寬螢幕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新細明體</vt:lpstr>
      <vt:lpstr>Wingdings</vt:lpstr>
      <vt:lpstr>Wingdings</vt:lpstr>
      <vt:lpstr>微軟正黑體</vt:lpstr>
      <vt:lpstr>Microsoft YaHei</vt:lpstr>
      <vt:lpstr>SimSun</vt:lpstr>
      <vt:lpstr>Arial Unicode MS</vt:lpstr>
      <vt:lpstr>Calibri</vt:lpstr>
      <vt:lpstr>新細明體</vt:lpstr>
      <vt:lpstr>Arial Narrow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robert</dc:creator>
  <cp:lastModifiedBy>robert_1 lo</cp:lastModifiedBy>
  <cp:revision>4</cp:revision>
  <dcterms:created xsi:type="dcterms:W3CDTF">2026-08-16T08:33:03Z</dcterms:created>
  <dcterms:modified xsi:type="dcterms:W3CDTF">2026-08-16T08:40:12Z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3076-12.1.0.28032</vt:lpwstr>
  </property>
  <property fmtid="{D5CDD505-2E9C-101B-9397-08002B2CF9AE}" pid="3" name="ICV">
    <vt:lpwstr>16DE3BA5E42D42398B27FE67AB3DF1EA_13</vt:lpwstr>
  </property>
</Properties>
</file>